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6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80" y="112"/>
      </p:cViewPr>
      <p:guideLst>
        <p:guide orient="horz" pos="2136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ayyaba Sohail" userId="3a72783f7fcb04e2" providerId="LiveId" clId="{C4280520-667B-4929-9168-B61329A36EAA}"/>
    <pc:docChg chg="undo custSel addSld delSld modSld">
      <pc:chgData name="Tayyaba Sohail" userId="3a72783f7fcb04e2" providerId="LiveId" clId="{C4280520-667B-4929-9168-B61329A36EAA}" dt="2025-11-03T23:13:51.830" v="540"/>
      <pc:docMkLst>
        <pc:docMk/>
      </pc:docMkLst>
      <pc:sldChg chg="addSp delSp modSp mod modAnim">
        <pc:chgData name="Tayyaba Sohail" userId="3a72783f7fcb04e2" providerId="LiveId" clId="{C4280520-667B-4929-9168-B61329A36EAA}" dt="2025-11-03T23:13:51.830" v="540"/>
        <pc:sldMkLst>
          <pc:docMk/>
          <pc:sldMk cId="1611550362" sldId="256"/>
        </pc:sldMkLst>
        <pc:grpChg chg="mod">
          <ac:chgData name="Tayyaba Sohail" userId="3a72783f7fcb04e2" providerId="LiveId" clId="{C4280520-667B-4929-9168-B61329A36EAA}" dt="2025-10-30T06:45:21.589" v="171"/>
          <ac:grpSpMkLst>
            <pc:docMk/>
            <pc:sldMk cId="1611550362" sldId="256"/>
            <ac:grpSpMk id="6" creationId="{26328286-3442-E47F-C430-7D826B30792C}"/>
          </ac:grpSpMkLst>
        </pc:grpChg>
        <pc:grpChg chg="add del mod">
          <ac:chgData name="Tayyaba Sohail" userId="3a72783f7fcb04e2" providerId="LiveId" clId="{C4280520-667B-4929-9168-B61329A36EAA}" dt="2025-11-03T23:08:38.230" v="425" actId="1076"/>
          <ac:grpSpMkLst>
            <pc:docMk/>
            <pc:sldMk cId="1611550362" sldId="256"/>
            <ac:grpSpMk id="14" creationId="{08B3AD81-489C-116F-E611-15FD63705DE1}"/>
          </ac:grpSpMkLst>
        </pc:grpChg>
        <pc:picChg chg="mod">
          <ac:chgData name="Tayyaba Sohail" userId="3a72783f7fcb04e2" providerId="LiveId" clId="{C4280520-667B-4929-9168-B61329A36EAA}" dt="2025-11-03T23:11:33.078" v="449" actId="1076"/>
          <ac:picMkLst>
            <pc:docMk/>
            <pc:sldMk cId="1611550362" sldId="256"/>
            <ac:picMk id="18" creationId="{B610CF25-4AF1-D7FF-EA14-68A4C709ED81}"/>
          </ac:picMkLst>
        </pc:picChg>
        <pc:picChg chg="mod">
          <ac:chgData name="Tayyaba Sohail" userId="3a72783f7fcb04e2" providerId="LiveId" clId="{C4280520-667B-4929-9168-B61329A36EAA}" dt="2025-11-03T23:11:48.802" v="458" actId="1076"/>
          <ac:picMkLst>
            <pc:docMk/>
            <pc:sldMk cId="1611550362" sldId="256"/>
            <ac:picMk id="20" creationId="{8D490A51-0CD3-8C6A-C3D6-381E0FD20AF3}"/>
          </ac:picMkLst>
        </pc:picChg>
        <pc:picChg chg="mod">
          <ac:chgData name="Tayyaba Sohail" userId="3a72783f7fcb04e2" providerId="LiveId" clId="{C4280520-667B-4929-9168-B61329A36EAA}" dt="2025-11-03T23:13:30.143" v="539" actId="1037"/>
          <ac:picMkLst>
            <pc:docMk/>
            <pc:sldMk cId="1611550362" sldId="256"/>
            <ac:picMk id="22" creationId="{BE1E14B2-EB99-A1B7-B300-C9882CE30577}"/>
          </ac:picMkLst>
        </pc:picChg>
        <pc:picChg chg="mod">
          <ac:chgData name="Tayyaba Sohail" userId="3a72783f7fcb04e2" providerId="LiveId" clId="{C4280520-667B-4929-9168-B61329A36EAA}" dt="2025-11-03T23:11:33.750" v="450" actId="1076"/>
          <ac:picMkLst>
            <pc:docMk/>
            <pc:sldMk cId="1611550362" sldId="256"/>
            <ac:picMk id="24" creationId="{5036ED5A-4895-8F9E-DCC9-29FF9B683CB4}"/>
          </ac:picMkLst>
        </pc:picChg>
        <pc:picChg chg="mod">
          <ac:chgData name="Tayyaba Sohail" userId="3a72783f7fcb04e2" providerId="LiveId" clId="{C4280520-667B-4929-9168-B61329A36EAA}" dt="2025-11-03T23:11:46.976" v="457" actId="1076"/>
          <ac:picMkLst>
            <pc:docMk/>
            <pc:sldMk cId="1611550362" sldId="256"/>
            <ac:picMk id="26" creationId="{C94DB00F-B4B9-94F3-B664-8F8176F3FF9B}"/>
          </ac:picMkLst>
        </pc:picChg>
        <pc:picChg chg="mod">
          <ac:chgData name="Tayyaba Sohail" userId="3a72783f7fcb04e2" providerId="LiveId" clId="{C4280520-667B-4929-9168-B61329A36EAA}" dt="2025-11-03T23:11:38.406" v="453" actId="1076"/>
          <ac:picMkLst>
            <pc:docMk/>
            <pc:sldMk cId="1611550362" sldId="256"/>
            <ac:picMk id="28" creationId="{3C1B2A20-936A-77AD-8165-AE7054B204E5}"/>
          </ac:picMkLst>
        </pc:picChg>
        <pc:picChg chg="mod">
          <ac:chgData name="Tayyaba Sohail" userId="3a72783f7fcb04e2" providerId="LiveId" clId="{C4280520-667B-4929-9168-B61329A36EAA}" dt="2025-11-03T23:05:41.956" v="410" actId="1037"/>
          <ac:picMkLst>
            <pc:docMk/>
            <pc:sldMk cId="1611550362" sldId="256"/>
            <ac:picMk id="30" creationId="{037399F0-F809-9712-F9F8-7B695572939C}"/>
          </ac:picMkLst>
        </pc:picChg>
        <pc:picChg chg="add mod">
          <ac:chgData name="Tayyaba Sohail" userId="3a72783f7fcb04e2" providerId="LiveId" clId="{C4280520-667B-4929-9168-B61329A36EAA}" dt="2025-10-30T06:51:34.665" v="253" actId="1076"/>
          <ac:picMkLst>
            <pc:docMk/>
            <pc:sldMk cId="1611550362" sldId="256"/>
            <ac:picMk id="31" creationId="{670CB61E-E6DB-304D-B60A-1A8BEC1A1457}"/>
          </ac:picMkLst>
        </pc:picChg>
        <pc:picChg chg="mod">
          <ac:chgData name="Tayyaba Sohail" userId="3a72783f7fcb04e2" providerId="LiveId" clId="{C4280520-667B-4929-9168-B61329A36EAA}" dt="2025-11-03T23:11:36.240" v="452" actId="1076"/>
          <ac:picMkLst>
            <pc:docMk/>
            <pc:sldMk cId="1611550362" sldId="256"/>
            <ac:picMk id="32" creationId="{F61ED7C8-33AD-C060-C400-6EC02942B560}"/>
          </ac:picMkLst>
        </pc:picChg>
        <pc:picChg chg="add mod">
          <ac:chgData name="Tayyaba Sohail" userId="3a72783f7fcb04e2" providerId="LiveId" clId="{C4280520-667B-4929-9168-B61329A36EAA}" dt="2025-10-30T06:51:39.800" v="255" actId="1076"/>
          <ac:picMkLst>
            <pc:docMk/>
            <pc:sldMk cId="1611550362" sldId="256"/>
            <ac:picMk id="33" creationId="{1AC64F0F-F163-F8A0-B0FF-20F70A2A9768}"/>
          </ac:picMkLst>
        </pc:picChg>
        <pc:picChg chg="add mod">
          <ac:chgData name="Tayyaba Sohail" userId="3a72783f7fcb04e2" providerId="LiveId" clId="{C4280520-667B-4929-9168-B61329A36EAA}" dt="2025-10-30T06:51:47.688" v="257" actId="1076"/>
          <ac:picMkLst>
            <pc:docMk/>
            <pc:sldMk cId="1611550362" sldId="256"/>
            <ac:picMk id="34" creationId="{AB386E3A-25F3-C521-B36F-35B6359B9680}"/>
          </ac:picMkLst>
        </pc:picChg>
        <pc:picChg chg="add mod">
          <ac:chgData name="Tayyaba Sohail" userId="3a72783f7fcb04e2" providerId="LiveId" clId="{C4280520-667B-4929-9168-B61329A36EAA}" dt="2025-10-30T06:51:54.004" v="259" actId="1076"/>
          <ac:picMkLst>
            <pc:docMk/>
            <pc:sldMk cId="1611550362" sldId="256"/>
            <ac:picMk id="35" creationId="{B82AC895-15F3-64D7-B581-9DB86D1D5300}"/>
          </ac:picMkLst>
        </pc:picChg>
        <pc:picChg chg="add mod">
          <ac:chgData name="Tayyaba Sohail" userId="3a72783f7fcb04e2" providerId="LiveId" clId="{C4280520-667B-4929-9168-B61329A36EAA}" dt="2025-10-30T06:52:00.307" v="261" actId="1076"/>
          <ac:picMkLst>
            <pc:docMk/>
            <pc:sldMk cId="1611550362" sldId="256"/>
            <ac:picMk id="36" creationId="{97561D97-9E5B-D807-18C1-6D2060794CF6}"/>
          </ac:picMkLst>
        </pc:picChg>
        <pc:picChg chg="add mod">
          <ac:chgData name="Tayyaba Sohail" userId="3a72783f7fcb04e2" providerId="LiveId" clId="{C4280520-667B-4929-9168-B61329A36EAA}" dt="2025-10-30T06:52:12.046" v="265" actId="1076"/>
          <ac:picMkLst>
            <pc:docMk/>
            <pc:sldMk cId="1611550362" sldId="256"/>
            <ac:picMk id="37" creationId="{E8211096-2C51-278B-52AC-424FF9B6CF25}"/>
          </ac:picMkLst>
        </pc:picChg>
        <pc:picChg chg="add mod ord">
          <ac:chgData name="Tayyaba Sohail" userId="3a72783f7fcb04e2" providerId="LiveId" clId="{C4280520-667B-4929-9168-B61329A36EAA}" dt="2025-11-03T23:07:24.826" v="417" actId="167"/>
          <ac:picMkLst>
            <pc:docMk/>
            <pc:sldMk cId="1611550362" sldId="256"/>
            <ac:picMk id="38" creationId="{7DB051D2-EA9A-5335-647C-1870CE0988C6}"/>
          </ac:picMkLst>
        </pc:picChg>
        <pc:picChg chg="add mod">
          <ac:chgData name="Tayyaba Sohail" userId="3a72783f7fcb04e2" providerId="LiveId" clId="{C4280520-667B-4929-9168-B61329A36EAA}" dt="2025-10-30T06:52:23.829" v="269" actId="1076"/>
          <ac:picMkLst>
            <pc:docMk/>
            <pc:sldMk cId="1611550362" sldId="256"/>
            <ac:picMk id="39" creationId="{FD06E971-26EC-5D22-E888-7150D2146F32}"/>
          </ac:picMkLst>
        </pc:picChg>
        <pc:picChg chg="add mod">
          <ac:chgData name="Tayyaba Sohail" userId="3a72783f7fcb04e2" providerId="LiveId" clId="{C4280520-667B-4929-9168-B61329A36EAA}" dt="2025-10-30T06:52:29.109" v="271" actId="1076"/>
          <ac:picMkLst>
            <pc:docMk/>
            <pc:sldMk cId="1611550362" sldId="256"/>
            <ac:picMk id="40" creationId="{CBA8A8C8-B966-C022-C454-3F27FCD13BB6}"/>
          </ac:picMkLst>
        </pc:picChg>
        <pc:picChg chg="add mod">
          <ac:chgData name="Tayyaba Sohail" userId="3a72783f7fcb04e2" providerId="LiveId" clId="{C4280520-667B-4929-9168-B61329A36EAA}" dt="2025-10-30T06:52:33.129" v="273" actId="1076"/>
          <ac:picMkLst>
            <pc:docMk/>
            <pc:sldMk cId="1611550362" sldId="256"/>
            <ac:picMk id="41" creationId="{7E6242C4-42E2-505D-0C06-F589ECB20987}"/>
          </ac:picMkLst>
        </pc:picChg>
        <pc:picChg chg="add mod">
          <ac:chgData name="Tayyaba Sohail" userId="3a72783f7fcb04e2" providerId="LiveId" clId="{C4280520-667B-4929-9168-B61329A36EAA}" dt="2025-10-30T06:52:37.821" v="275" actId="1076"/>
          <ac:picMkLst>
            <pc:docMk/>
            <pc:sldMk cId="1611550362" sldId="256"/>
            <ac:picMk id="42" creationId="{41C63FA9-46DD-0E6C-07BC-087A630F8385}"/>
          </ac:picMkLst>
        </pc:picChg>
        <pc:picChg chg="add mod">
          <ac:chgData name="Tayyaba Sohail" userId="3a72783f7fcb04e2" providerId="LiveId" clId="{C4280520-667B-4929-9168-B61329A36EAA}" dt="2025-10-30T06:52:41.099" v="277" actId="1076"/>
          <ac:picMkLst>
            <pc:docMk/>
            <pc:sldMk cId="1611550362" sldId="256"/>
            <ac:picMk id="43" creationId="{DB16F722-7901-CEE5-F0A5-0483A06193AC}"/>
          </ac:picMkLst>
        </pc:picChg>
        <pc:picChg chg="add mod">
          <ac:chgData name="Tayyaba Sohail" userId="3a72783f7fcb04e2" providerId="LiveId" clId="{C4280520-667B-4929-9168-B61329A36EAA}" dt="2025-10-30T06:52:44.156" v="279" actId="1076"/>
          <ac:picMkLst>
            <pc:docMk/>
            <pc:sldMk cId="1611550362" sldId="256"/>
            <ac:picMk id="44" creationId="{B2C4AABA-DB7F-A99C-F76C-5A152CFFAC8F}"/>
          </ac:picMkLst>
        </pc:picChg>
        <pc:picChg chg="add mod">
          <ac:chgData name="Tayyaba Sohail" userId="3a72783f7fcb04e2" providerId="LiveId" clId="{C4280520-667B-4929-9168-B61329A36EAA}" dt="2025-10-30T06:52:50.380" v="281" actId="1076"/>
          <ac:picMkLst>
            <pc:docMk/>
            <pc:sldMk cId="1611550362" sldId="256"/>
            <ac:picMk id="45" creationId="{DC9E05CD-64F6-AFC1-12B0-A168FBEECCE9}"/>
          </ac:picMkLst>
        </pc:picChg>
        <pc:picChg chg="add mod">
          <ac:chgData name="Tayyaba Sohail" userId="3a72783f7fcb04e2" providerId="LiveId" clId="{C4280520-667B-4929-9168-B61329A36EAA}" dt="2025-10-30T06:53:48.938" v="283" actId="1076"/>
          <ac:picMkLst>
            <pc:docMk/>
            <pc:sldMk cId="1611550362" sldId="256"/>
            <ac:picMk id="46" creationId="{376C085A-D694-A92C-B348-43FB99EC9D43}"/>
          </ac:picMkLst>
        </pc:picChg>
        <pc:picChg chg="add mod">
          <ac:chgData name="Tayyaba Sohail" userId="3a72783f7fcb04e2" providerId="LiveId" clId="{C4280520-667B-4929-9168-B61329A36EAA}" dt="2025-10-30T06:53:52.744" v="285" actId="1076"/>
          <ac:picMkLst>
            <pc:docMk/>
            <pc:sldMk cId="1611550362" sldId="256"/>
            <ac:picMk id="47" creationId="{7E4A984A-758A-3146-6840-D5FB73225901}"/>
          </ac:picMkLst>
        </pc:picChg>
        <pc:picChg chg="add mod">
          <ac:chgData name="Tayyaba Sohail" userId="3a72783f7fcb04e2" providerId="LiveId" clId="{C4280520-667B-4929-9168-B61329A36EAA}" dt="2025-10-30T06:53:56.212" v="287" actId="1076"/>
          <ac:picMkLst>
            <pc:docMk/>
            <pc:sldMk cId="1611550362" sldId="256"/>
            <ac:picMk id="48" creationId="{3F3C603C-A4BF-AAB0-B207-04C45FFA8EC1}"/>
          </ac:picMkLst>
        </pc:picChg>
        <pc:picChg chg="add mod">
          <ac:chgData name="Tayyaba Sohail" userId="3a72783f7fcb04e2" providerId="LiveId" clId="{C4280520-667B-4929-9168-B61329A36EAA}" dt="2025-10-30T06:54:01.186" v="289" actId="1076"/>
          <ac:picMkLst>
            <pc:docMk/>
            <pc:sldMk cId="1611550362" sldId="256"/>
            <ac:picMk id="49" creationId="{7B1D732A-5EC1-F954-BB79-7512C230DF78}"/>
          </ac:picMkLst>
        </pc:picChg>
        <pc:picChg chg="add mod">
          <ac:chgData name="Tayyaba Sohail" userId="3a72783f7fcb04e2" providerId="LiveId" clId="{C4280520-667B-4929-9168-B61329A36EAA}" dt="2025-10-30T06:54:03.724" v="291" actId="1076"/>
          <ac:picMkLst>
            <pc:docMk/>
            <pc:sldMk cId="1611550362" sldId="256"/>
            <ac:picMk id="50" creationId="{E4B016FE-F243-AC02-259C-ED646044DB90}"/>
          </ac:picMkLst>
        </pc:picChg>
        <pc:picChg chg="add mod">
          <ac:chgData name="Tayyaba Sohail" userId="3a72783f7fcb04e2" providerId="LiveId" clId="{C4280520-667B-4929-9168-B61329A36EAA}" dt="2025-10-30T06:54:06.620" v="293" actId="1076"/>
          <ac:picMkLst>
            <pc:docMk/>
            <pc:sldMk cId="1611550362" sldId="256"/>
            <ac:picMk id="51" creationId="{854F2035-5DE2-A9D1-6177-FDBBC2810B2D}"/>
          </ac:picMkLst>
        </pc:picChg>
        <pc:picChg chg="add mod ord">
          <ac:chgData name="Tayyaba Sohail" userId="3a72783f7fcb04e2" providerId="LiveId" clId="{C4280520-667B-4929-9168-B61329A36EAA}" dt="2025-11-03T23:07:28.747" v="418" actId="167"/>
          <ac:picMkLst>
            <pc:docMk/>
            <pc:sldMk cId="1611550362" sldId="256"/>
            <ac:picMk id="52" creationId="{89CC60C7-31AB-DEAD-D489-E670C58C9591}"/>
          </ac:picMkLst>
        </pc:picChg>
        <pc:picChg chg="add mod">
          <ac:chgData name="Tayyaba Sohail" userId="3a72783f7fcb04e2" providerId="LiveId" clId="{C4280520-667B-4929-9168-B61329A36EAA}" dt="2025-10-30T06:54:19.881" v="297" actId="1076"/>
          <ac:picMkLst>
            <pc:docMk/>
            <pc:sldMk cId="1611550362" sldId="256"/>
            <ac:picMk id="53" creationId="{2A6D9B91-D63F-3DBB-7A3A-224D2168CCFC}"/>
          </ac:picMkLst>
        </pc:picChg>
        <pc:picChg chg="add mod ord">
          <ac:chgData name="Tayyaba Sohail" userId="3a72783f7fcb04e2" providerId="LiveId" clId="{C4280520-667B-4929-9168-B61329A36EAA}" dt="2025-11-03T23:11:43.076" v="455" actId="1076"/>
          <ac:picMkLst>
            <pc:docMk/>
            <pc:sldMk cId="1611550362" sldId="256"/>
            <ac:picMk id="54" creationId="{618B338A-BA36-59D3-7CED-FD571069BECE}"/>
          </ac:picMkLst>
        </pc:picChg>
        <pc:picChg chg="add mod ord">
          <ac:chgData name="Tayyaba Sohail" userId="3a72783f7fcb04e2" providerId="LiveId" clId="{C4280520-667B-4929-9168-B61329A36EAA}" dt="2025-11-03T23:07:20.517" v="416" actId="167"/>
          <ac:picMkLst>
            <pc:docMk/>
            <pc:sldMk cId="1611550362" sldId="256"/>
            <ac:picMk id="55" creationId="{D266F7A5-C351-5B64-D3E3-CDEAF99AC725}"/>
          </ac:picMkLst>
        </pc:picChg>
        <pc:picChg chg="add mod">
          <ac:chgData name="Tayyaba Sohail" userId="3a72783f7fcb04e2" providerId="LiveId" clId="{C4280520-667B-4929-9168-B61329A36EAA}" dt="2025-10-30T06:54:28.643" v="303" actId="1076"/>
          <ac:picMkLst>
            <pc:docMk/>
            <pc:sldMk cId="1611550362" sldId="256"/>
            <ac:picMk id="56" creationId="{803C52A2-403B-6EDD-E8A5-7AF1C3506107}"/>
          </ac:picMkLst>
        </pc:picChg>
        <pc:picChg chg="add mod ord">
          <ac:chgData name="Tayyaba Sohail" userId="3a72783f7fcb04e2" providerId="LiveId" clId="{C4280520-667B-4929-9168-B61329A36EAA}" dt="2025-11-03T23:07:16.423" v="415" actId="167"/>
          <ac:picMkLst>
            <pc:docMk/>
            <pc:sldMk cId="1611550362" sldId="256"/>
            <ac:picMk id="57" creationId="{D97BD1EA-8562-0543-0586-EE923FC8B75E}"/>
          </ac:picMkLst>
        </pc:picChg>
        <pc:picChg chg="add mod ord">
          <ac:chgData name="Tayyaba Sohail" userId="3a72783f7fcb04e2" providerId="LiveId" clId="{C4280520-667B-4929-9168-B61329A36EAA}" dt="2025-11-03T23:06:43.911" v="413" actId="167"/>
          <ac:picMkLst>
            <pc:docMk/>
            <pc:sldMk cId="1611550362" sldId="256"/>
            <ac:picMk id="58" creationId="{C2FAB763-CAE8-A656-3D09-830CCF901B79}"/>
          </ac:picMkLst>
        </pc:picChg>
        <pc:picChg chg="add mod">
          <ac:chgData name="Tayyaba Sohail" userId="3a72783f7fcb04e2" providerId="LiveId" clId="{C4280520-667B-4929-9168-B61329A36EAA}" dt="2025-10-30T06:54:35.346" v="309" actId="1076"/>
          <ac:picMkLst>
            <pc:docMk/>
            <pc:sldMk cId="1611550362" sldId="256"/>
            <ac:picMk id="59" creationId="{84B61AEC-D589-180C-3538-CA680CBC0319}"/>
          </ac:picMkLst>
        </pc:picChg>
        <pc:picChg chg="add mod ord">
          <ac:chgData name="Tayyaba Sohail" userId="3a72783f7fcb04e2" providerId="LiveId" clId="{C4280520-667B-4929-9168-B61329A36EAA}" dt="2025-11-03T23:09:06.265" v="427" actId="1076"/>
          <ac:picMkLst>
            <pc:docMk/>
            <pc:sldMk cId="1611550362" sldId="256"/>
            <ac:picMk id="60" creationId="{1D8F5623-AB53-B280-1DDC-6E7A4CB3870A}"/>
          </ac:picMkLst>
        </pc:picChg>
        <pc:picChg chg="add mod ord">
          <ac:chgData name="Tayyaba Sohail" userId="3a72783f7fcb04e2" providerId="LiveId" clId="{C4280520-667B-4929-9168-B61329A36EAA}" dt="2025-11-03T23:03:18.314" v="346" actId="1076"/>
          <ac:picMkLst>
            <pc:docMk/>
            <pc:sldMk cId="1611550362" sldId="256"/>
            <ac:picMk id="61" creationId="{730F0D23-503E-2214-69EF-B00A06508B9F}"/>
          </ac:picMkLst>
        </pc:picChg>
        <pc:picChg chg="add mod ord">
          <ac:chgData name="Tayyaba Sohail" userId="3a72783f7fcb04e2" providerId="LiveId" clId="{C4280520-667B-4929-9168-B61329A36EAA}" dt="2025-11-03T23:07:32.625" v="419" actId="167"/>
          <ac:picMkLst>
            <pc:docMk/>
            <pc:sldMk cId="1611550362" sldId="256"/>
            <ac:picMk id="62" creationId="{FA50D55B-4CEA-77E5-B273-4109314C21FF}"/>
          </ac:picMkLst>
        </pc:picChg>
        <pc:picChg chg="add mod ord">
          <ac:chgData name="Tayyaba Sohail" userId="3a72783f7fcb04e2" providerId="LiveId" clId="{C4280520-667B-4929-9168-B61329A36EAA}" dt="2025-11-03T23:08:03.906" v="421" actId="167"/>
          <ac:picMkLst>
            <pc:docMk/>
            <pc:sldMk cId="1611550362" sldId="256"/>
            <ac:picMk id="63" creationId="{DF38DE24-0CA3-4B63-9160-CA1F65285F75}"/>
          </ac:picMkLst>
        </pc:picChg>
        <pc:inkChg chg="add mod">
          <ac:chgData name="Tayyaba Sohail" userId="3a72783f7fcb04e2" providerId="LiveId" clId="{C4280520-667B-4929-9168-B61329A36EAA}" dt="2025-10-30T06:45:21.589" v="171"/>
          <ac:inkMkLst>
            <pc:docMk/>
            <pc:sldMk cId="1611550362" sldId="256"/>
            <ac:inkMk id="2" creationId="{230ABE28-901B-6F5A-632D-A2807E5E22E1}"/>
          </ac:inkMkLst>
        </pc:inkChg>
        <pc:inkChg chg="add mod">
          <ac:chgData name="Tayyaba Sohail" userId="3a72783f7fcb04e2" providerId="LiveId" clId="{C4280520-667B-4929-9168-B61329A36EAA}" dt="2025-10-30T06:45:21.589" v="171"/>
          <ac:inkMkLst>
            <pc:docMk/>
            <pc:sldMk cId="1611550362" sldId="256"/>
            <ac:inkMk id="3" creationId="{BE09A417-ADC0-36D2-69B1-7B0377310737}"/>
          </ac:inkMkLst>
        </pc:inkChg>
        <pc:inkChg chg="add mod">
          <ac:chgData name="Tayyaba Sohail" userId="3a72783f7fcb04e2" providerId="LiveId" clId="{C4280520-667B-4929-9168-B61329A36EAA}" dt="2025-10-30T06:45:21.589" v="171"/>
          <ac:inkMkLst>
            <pc:docMk/>
            <pc:sldMk cId="1611550362" sldId="256"/>
            <ac:inkMk id="5" creationId="{9C2E1E65-A0D6-D8C4-7D7C-CD514F9F4877}"/>
          </ac:inkMkLst>
        </pc:inkChg>
        <pc:inkChg chg="add mod">
          <ac:chgData name="Tayyaba Sohail" userId="3a72783f7fcb04e2" providerId="LiveId" clId="{C4280520-667B-4929-9168-B61329A36EAA}" dt="2025-10-30T06:45:25.928" v="179"/>
          <ac:inkMkLst>
            <pc:docMk/>
            <pc:sldMk cId="1611550362" sldId="256"/>
            <ac:inkMk id="15" creationId="{4E18A873-F75E-6D02-FB30-02D883E77F4B}"/>
          </ac:inkMkLst>
        </pc:inkChg>
        <pc:inkChg chg="add mod">
          <ac:chgData name="Tayyaba Sohail" userId="3a72783f7fcb04e2" providerId="LiveId" clId="{C4280520-667B-4929-9168-B61329A36EAA}" dt="2025-10-30T06:45:25.928" v="179"/>
          <ac:inkMkLst>
            <pc:docMk/>
            <pc:sldMk cId="1611550362" sldId="256"/>
            <ac:inkMk id="17" creationId="{6BC56329-E025-C460-7E5B-CAC315924717}"/>
          </ac:inkMkLst>
        </pc:inkChg>
        <pc:inkChg chg="add mod">
          <ac:chgData name="Tayyaba Sohail" userId="3a72783f7fcb04e2" providerId="LiveId" clId="{C4280520-667B-4929-9168-B61329A36EAA}" dt="2025-10-30T06:45:25.928" v="179"/>
          <ac:inkMkLst>
            <pc:docMk/>
            <pc:sldMk cId="1611550362" sldId="256"/>
            <ac:inkMk id="19" creationId="{B33DE7B2-9CDF-2A04-62B0-FC509E536D0A}"/>
          </ac:inkMkLst>
        </pc:inkChg>
      </pc:sldChg>
      <pc:sldChg chg="addSp delSp new del mod">
        <pc:chgData name="Tayyaba Sohail" userId="3a72783f7fcb04e2" providerId="LiveId" clId="{C4280520-667B-4929-9168-B61329A36EAA}" dt="2025-10-30T06:47:55.670" v="186" actId="680"/>
        <pc:sldMkLst>
          <pc:docMk/>
          <pc:sldMk cId="3525549275" sldId="257"/>
        </pc:sldMkLst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30T06:45:20.60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30T06:45:20.76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30T06:45:20.90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30T06:45:21.95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24575,'0'0'-8191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30T06:45:22.20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24575,'0'0'-8191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30T06:45:22.43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24575,'0'0'-8191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DA6738C8-C71C-45CD-A310-0F2241350A3E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DF4A6-951A-4401-9F75-3FAE8122EF23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5242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6738C8-C71C-45CD-A310-0F2241350A3E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DF4A6-951A-4401-9F75-3FAE8122EF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58354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6738C8-C71C-45CD-A310-0F2241350A3E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DF4A6-951A-4401-9F75-3FAE8122EF23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606351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6738C8-C71C-45CD-A310-0F2241350A3E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DF4A6-951A-4401-9F75-3FAE8122EF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14241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6738C8-C71C-45CD-A310-0F2241350A3E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DF4A6-951A-4401-9F75-3FAE8122EF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01734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6738C8-C71C-45CD-A310-0F2241350A3E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DF4A6-951A-4401-9F75-3FAE8122EF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30892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6738C8-C71C-45CD-A310-0F2241350A3E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DF4A6-951A-4401-9F75-3FAE8122EF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48211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6738C8-C71C-45CD-A310-0F2241350A3E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DF4A6-951A-4401-9F75-3FAE8122EF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64197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6738C8-C71C-45CD-A310-0F2241350A3E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DF4A6-951A-4401-9F75-3FAE8122EF23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796309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6738C8-C71C-45CD-A310-0F2241350A3E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DF4A6-951A-4401-9F75-3FAE8122EF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00601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6738C8-C71C-45CD-A310-0F2241350A3E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DF4A6-951A-4401-9F75-3FAE8122EF23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808867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DA6738C8-C71C-45CD-A310-0F2241350A3E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E4DF4A6-951A-4401-9F75-3FAE8122EF23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819818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microsoft.com/office/2007/relationships/hdphoto" Target="../media/hdphoto3.wdp"/><Relationship Id="rId13" Type="http://schemas.openxmlformats.org/officeDocument/2006/relationships/image" Target="../media/image8.png"/><Relationship Id="rId18" Type="http://schemas.microsoft.com/office/2007/relationships/hdphoto" Target="../media/hdphoto8.wdp"/><Relationship Id="rId26" Type="http://schemas.openxmlformats.org/officeDocument/2006/relationships/customXml" Target="../ink/ink4.xml"/><Relationship Id="rId3" Type="http://schemas.microsoft.com/office/2007/relationships/hdphoto" Target="../media/hdphoto1.wdp"/><Relationship Id="rId21" Type="http://schemas.microsoft.com/office/2007/relationships/hdphoto" Target="../media/hdphoto9.wdp"/><Relationship Id="rId7" Type="http://schemas.openxmlformats.org/officeDocument/2006/relationships/image" Target="../media/image5.png"/><Relationship Id="rId12" Type="http://schemas.microsoft.com/office/2007/relationships/hdphoto" Target="../media/hdphoto5.wdp"/><Relationship Id="rId17" Type="http://schemas.openxmlformats.org/officeDocument/2006/relationships/image" Target="../media/image10.png"/><Relationship Id="rId25" Type="http://schemas.openxmlformats.org/officeDocument/2006/relationships/customXml" Target="../ink/ink3.xml"/><Relationship Id="rId2" Type="http://schemas.openxmlformats.org/officeDocument/2006/relationships/image" Target="../media/image2.png"/><Relationship Id="rId16" Type="http://schemas.microsoft.com/office/2007/relationships/hdphoto" Target="../media/hdphoto7.wdp"/><Relationship Id="rId20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microsoft.com/office/2007/relationships/hdphoto" Target="../media/hdphoto2.wdp"/><Relationship Id="rId11" Type="http://schemas.openxmlformats.org/officeDocument/2006/relationships/image" Target="../media/image7.png"/><Relationship Id="rId24" Type="http://schemas.openxmlformats.org/officeDocument/2006/relationships/customXml" Target="../ink/ink2.xml"/><Relationship Id="rId5" Type="http://schemas.openxmlformats.org/officeDocument/2006/relationships/image" Target="../media/image4.png"/><Relationship Id="rId15" Type="http://schemas.openxmlformats.org/officeDocument/2006/relationships/image" Target="../media/image9.png"/><Relationship Id="rId23" Type="http://schemas.openxmlformats.org/officeDocument/2006/relationships/image" Target="../media/image120.png"/><Relationship Id="rId28" Type="http://schemas.openxmlformats.org/officeDocument/2006/relationships/customXml" Target="../ink/ink6.xml"/><Relationship Id="rId10" Type="http://schemas.microsoft.com/office/2007/relationships/hdphoto" Target="../media/hdphoto4.wdp"/><Relationship Id="rId19" Type="http://schemas.openxmlformats.org/officeDocument/2006/relationships/image" Target="../media/image11.png"/><Relationship Id="rId4" Type="http://schemas.openxmlformats.org/officeDocument/2006/relationships/image" Target="../media/image3.png"/><Relationship Id="rId9" Type="http://schemas.openxmlformats.org/officeDocument/2006/relationships/image" Target="../media/image6.png"/><Relationship Id="rId14" Type="http://schemas.microsoft.com/office/2007/relationships/hdphoto" Target="../media/hdphoto6.wdp"/><Relationship Id="rId22" Type="http://schemas.openxmlformats.org/officeDocument/2006/relationships/customXml" Target="../ink/ink1.xml"/><Relationship Id="rId27" Type="http://schemas.openxmlformats.org/officeDocument/2006/relationships/customXml" Target="../ink/ink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Picture 62">
            <a:extLst>
              <a:ext uri="{FF2B5EF4-FFF2-40B4-BE49-F238E27FC236}">
                <a16:creationId xmlns:a16="http://schemas.microsoft.com/office/drawing/2014/main" id="{DF38DE24-0CA3-4B63-9160-CA1F65285F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2055" b="95205" l="4697" r="99609">
                        <a14:foregroundMark x1="4892" y1="9247" x2="4892" y2="9247"/>
                        <a14:foregroundMark x1="4892" y1="9247" x2="6458" y2="6849"/>
                        <a14:foregroundMark x1="12133" y1="16096" x2="12133" y2="13699"/>
                        <a14:foregroundMark x1="18200" y1="7534" x2="17808" y2="10274"/>
                        <a14:foregroundMark x1="28963" y1="14726" x2="25636" y2="19521"/>
                        <a14:foregroundMark x1="22505" y1="19178" x2="20744" y2="23630"/>
                        <a14:foregroundMark x1="22896" y1="37671" x2="25832" y2="41438"/>
                        <a14:foregroundMark x1="39530" y1="33904" x2="42074" y2="36986"/>
                        <a14:foregroundMark x1="58708" y1="21575" x2="57926" y2="17123"/>
                        <a14:foregroundMark x1="50881" y1="2397" x2="48924" y2="2740"/>
                        <a14:foregroundMark x1="44618" y1="9932" x2="41879" y2="10616"/>
                        <a14:foregroundMark x1="56751" y1="33219" x2="56164" y2="32877"/>
                        <a14:foregroundMark x1="54012" y1="27740" x2="51663" y2="25685"/>
                        <a14:foregroundMark x1="66536" y1="46233" x2="65362" y2="43493"/>
                        <a14:foregroundMark x1="48337" y1="76027" x2="44618" y2="70205"/>
                        <a14:foregroundMark x1="25832" y1="73288" x2="28376" y2="73288"/>
                        <a14:foregroundMark x1="10372" y1="60274" x2="7828" y2="60616"/>
                        <a14:foregroundMark x1="23288" y1="54795" x2="24070" y2="62671"/>
                        <a14:foregroundMark x1="86693" y1="17466" x2="85714" y2="24315"/>
                        <a14:foregroundMark x1="77104" y1="21233" x2="78278" y2="11986"/>
                        <a14:foregroundMark x1="76125" y1="4795" x2="77886" y2="4110"/>
                        <a14:foregroundMark x1="92955" y1="4452" x2="89824" y2="6507"/>
                        <a14:foregroundMark x1="98239" y1="2740" x2="99804" y2="3767"/>
                        <a14:foregroundMark x1="66341" y1="95205" x2="66341" y2="95205"/>
                        <a14:foregroundMark x1="66341" y1="95205" x2="66341" y2="95205"/>
                        <a14:foregroundMark x1="87867" y1="83904" x2="87867" y2="83904"/>
                        <a14:foregroundMark x1="87867" y1="83904" x2="87867" y2="83904"/>
                        <a14:foregroundMark x1="87867" y1="83904" x2="87867" y2="83904"/>
                        <a14:foregroundMark x1="87867" y1="83904" x2="87867" y2="83904"/>
                        <a14:foregroundMark x1="93933" y1="94178" x2="94521" y2="94178"/>
                        <a14:foregroundMark x1="94521" y1="94178" x2="94521" y2="94178"/>
                        <a14:foregroundMark x1="94521" y1="94178" x2="94521" y2="94178"/>
                        <a14:foregroundMark x1="63601" y1="68836" x2="63601" y2="68836"/>
                        <a14:foregroundMark x1="63601" y1="68836" x2="63601" y2="68836"/>
                        <a14:foregroundMark x1="63601" y1="68836" x2="63601" y2="68836"/>
                        <a14:foregroundMark x1="90802" y1="53425" x2="90802" y2="53425"/>
                        <a14:foregroundMark x1="90802" y1="53425" x2="90802" y2="53425"/>
                        <a14:foregroundMark x1="90802" y1="53425" x2="90802" y2="53425"/>
                        <a14:foregroundMark x1="88258" y1="41781" x2="88258" y2="41781"/>
                        <a14:foregroundMark x1="88258" y1="41781" x2="88258" y2="41781"/>
                        <a14:foregroundMark x1="97065" y1="32877" x2="97065" y2="32877"/>
                        <a14:foregroundMark x1="97065" y1="32877" x2="97065" y2="32877"/>
                        <a14:foregroundMark x1="95890" y1="19521" x2="95890" y2="19521"/>
                        <a14:foregroundMark x1="95890" y1="19521" x2="95890" y2="19521"/>
                        <a14:foregroundMark x1="95890" y1="19521" x2="95890" y2="19521"/>
                        <a14:foregroundMark x1="52055" y1="45890" x2="52055" y2="45890"/>
                        <a14:foregroundMark x1="52055" y1="45890" x2="52055" y2="45890"/>
                        <a14:foregroundMark x1="60470" y1="47260" x2="60470" y2="47260"/>
                        <a14:foregroundMark x1="60470" y1="47260" x2="60470" y2="47260"/>
                        <a14:foregroundMark x1="60470" y1="47260" x2="60470" y2="47260"/>
                        <a14:foregroundMark x1="54599" y1="57192" x2="54599" y2="57192"/>
                        <a14:foregroundMark x1="54599" y1="57192" x2="54599" y2="57192"/>
                        <a14:foregroundMark x1="54599" y1="57192" x2="54599" y2="57192"/>
                        <a14:foregroundMark x1="28767" y1="92808" x2="28767" y2="92808"/>
                        <a14:foregroundMark x1="28767" y1="92808" x2="28767" y2="92808"/>
                        <a14:foregroundMark x1="28767" y1="92808" x2="28767" y2="92808"/>
                        <a14:foregroundMark x1="22114" y1="90753" x2="22114" y2="90753"/>
                        <a14:foregroundMark x1="22114" y1="90753" x2="22114" y2="90753"/>
                        <a14:foregroundMark x1="22114" y1="90753" x2="22114" y2="9075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673009" y="3316961"/>
            <a:ext cx="1838664" cy="1050665"/>
          </a:xfrm>
          <a:prstGeom prst="rect">
            <a:avLst/>
          </a:prstGeom>
        </p:spPr>
      </p:pic>
      <p:pic>
        <p:nvPicPr>
          <p:cNvPr id="62" name="Picture 61">
            <a:extLst>
              <a:ext uri="{FF2B5EF4-FFF2-40B4-BE49-F238E27FC236}">
                <a16:creationId xmlns:a16="http://schemas.microsoft.com/office/drawing/2014/main" id="{FA50D55B-4CEA-77E5-B273-4109314C21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2055" b="95205" l="4697" r="99609">
                        <a14:foregroundMark x1="4892" y1="9247" x2="4892" y2="9247"/>
                        <a14:foregroundMark x1="4892" y1="9247" x2="6458" y2="6849"/>
                        <a14:foregroundMark x1="12133" y1="16096" x2="12133" y2="13699"/>
                        <a14:foregroundMark x1="18200" y1="7534" x2="17808" y2="10274"/>
                        <a14:foregroundMark x1="28963" y1="14726" x2="25636" y2="19521"/>
                        <a14:foregroundMark x1="22505" y1="19178" x2="20744" y2="23630"/>
                        <a14:foregroundMark x1="22896" y1="37671" x2="25832" y2="41438"/>
                        <a14:foregroundMark x1="39530" y1="33904" x2="42074" y2="36986"/>
                        <a14:foregroundMark x1="58708" y1="21575" x2="57926" y2="17123"/>
                        <a14:foregroundMark x1="50881" y1="2397" x2="48924" y2="2740"/>
                        <a14:foregroundMark x1="44618" y1="9932" x2="41879" y2="10616"/>
                        <a14:foregroundMark x1="56751" y1="33219" x2="56164" y2="32877"/>
                        <a14:foregroundMark x1="54012" y1="27740" x2="51663" y2="25685"/>
                        <a14:foregroundMark x1="66536" y1="46233" x2="65362" y2="43493"/>
                        <a14:foregroundMark x1="48337" y1="76027" x2="44618" y2="70205"/>
                        <a14:foregroundMark x1="25832" y1="73288" x2="28376" y2="73288"/>
                        <a14:foregroundMark x1="10372" y1="60274" x2="7828" y2="60616"/>
                        <a14:foregroundMark x1="23288" y1="54795" x2="24070" y2="62671"/>
                        <a14:foregroundMark x1="86693" y1="17466" x2="85714" y2="24315"/>
                        <a14:foregroundMark x1="77104" y1="21233" x2="78278" y2="11986"/>
                        <a14:foregroundMark x1="76125" y1="4795" x2="77886" y2="4110"/>
                        <a14:foregroundMark x1="92955" y1="4452" x2="89824" y2="6507"/>
                        <a14:foregroundMark x1="98239" y1="2740" x2="99804" y2="3767"/>
                        <a14:foregroundMark x1="66341" y1="95205" x2="66341" y2="95205"/>
                        <a14:foregroundMark x1="66341" y1="95205" x2="66341" y2="95205"/>
                        <a14:foregroundMark x1="87867" y1="83904" x2="87867" y2="83904"/>
                        <a14:foregroundMark x1="87867" y1="83904" x2="87867" y2="83904"/>
                        <a14:foregroundMark x1="87867" y1="83904" x2="87867" y2="83904"/>
                        <a14:foregroundMark x1="87867" y1="83904" x2="87867" y2="83904"/>
                        <a14:foregroundMark x1="93933" y1="94178" x2="94521" y2="94178"/>
                        <a14:foregroundMark x1="94521" y1="94178" x2="94521" y2="94178"/>
                        <a14:foregroundMark x1="94521" y1="94178" x2="94521" y2="94178"/>
                        <a14:foregroundMark x1="63601" y1="68836" x2="63601" y2="68836"/>
                        <a14:foregroundMark x1="63601" y1="68836" x2="63601" y2="68836"/>
                        <a14:foregroundMark x1="63601" y1="68836" x2="63601" y2="68836"/>
                        <a14:foregroundMark x1="90802" y1="53425" x2="90802" y2="53425"/>
                        <a14:foregroundMark x1="90802" y1="53425" x2="90802" y2="53425"/>
                        <a14:foregroundMark x1="90802" y1="53425" x2="90802" y2="53425"/>
                        <a14:foregroundMark x1="88258" y1="41781" x2="88258" y2="41781"/>
                        <a14:foregroundMark x1="88258" y1="41781" x2="88258" y2="41781"/>
                        <a14:foregroundMark x1="97065" y1="32877" x2="97065" y2="32877"/>
                        <a14:foregroundMark x1="97065" y1="32877" x2="97065" y2="32877"/>
                        <a14:foregroundMark x1="95890" y1="19521" x2="95890" y2="19521"/>
                        <a14:foregroundMark x1="95890" y1="19521" x2="95890" y2="19521"/>
                        <a14:foregroundMark x1="95890" y1="19521" x2="95890" y2="19521"/>
                        <a14:foregroundMark x1="52055" y1="45890" x2="52055" y2="45890"/>
                        <a14:foregroundMark x1="52055" y1="45890" x2="52055" y2="45890"/>
                        <a14:foregroundMark x1="60470" y1="47260" x2="60470" y2="47260"/>
                        <a14:foregroundMark x1="60470" y1="47260" x2="60470" y2="47260"/>
                        <a14:foregroundMark x1="60470" y1="47260" x2="60470" y2="47260"/>
                        <a14:foregroundMark x1="54599" y1="57192" x2="54599" y2="57192"/>
                        <a14:foregroundMark x1="54599" y1="57192" x2="54599" y2="57192"/>
                        <a14:foregroundMark x1="54599" y1="57192" x2="54599" y2="57192"/>
                        <a14:foregroundMark x1="28767" y1="92808" x2="28767" y2="92808"/>
                        <a14:foregroundMark x1="28767" y1="92808" x2="28767" y2="92808"/>
                        <a14:foregroundMark x1="28767" y1="92808" x2="28767" y2="92808"/>
                        <a14:foregroundMark x1="22114" y1="90753" x2="22114" y2="90753"/>
                        <a14:foregroundMark x1="22114" y1="90753" x2="22114" y2="90753"/>
                        <a14:foregroundMark x1="22114" y1="90753" x2="22114" y2="9075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683959" y="2322028"/>
            <a:ext cx="1838664" cy="1050665"/>
          </a:xfrm>
          <a:prstGeom prst="rect">
            <a:avLst/>
          </a:prstGeom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89CC60C7-31AB-DEAD-D489-E670C58C95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2055" b="95205" l="4697" r="99609">
                        <a14:foregroundMark x1="4892" y1="9247" x2="4892" y2="9247"/>
                        <a14:foregroundMark x1="4892" y1="9247" x2="6458" y2="6849"/>
                        <a14:foregroundMark x1="12133" y1="16096" x2="12133" y2="13699"/>
                        <a14:foregroundMark x1="18200" y1="7534" x2="17808" y2="10274"/>
                        <a14:foregroundMark x1="28963" y1="14726" x2="25636" y2="19521"/>
                        <a14:foregroundMark x1="22505" y1="19178" x2="20744" y2="23630"/>
                        <a14:foregroundMark x1="22896" y1="37671" x2="25832" y2="41438"/>
                        <a14:foregroundMark x1="39530" y1="33904" x2="42074" y2="36986"/>
                        <a14:foregroundMark x1="58708" y1="21575" x2="57926" y2="17123"/>
                        <a14:foregroundMark x1="50881" y1="2397" x2="48924" y2="2740"/>
                        <a14:foregroundMark x1="44618" y1="9932" x2="41879" y2="10616"/>
                        <a14:foregroundMark x1="56751" y1="33219" x2="56164" y2="32877"/>
                        <a14:foregroundMark x1="54012" y1="27740" x2="51663" y2="25685"/>
                        <a14:foregroundMark x1="66536" y1="46233" x2="65362" y2="43493"/>
                        <a14:foregroundMark x1="48337" y1="76027" x2="44618" y2="70205"/>
                        <a14:foregroundMark x1="25832" y1="73288" x2="28376" y2="73288"/>
                        <a14:foregroundMark x1="10372" y1="60274" x2="7828" y2="60616"/>
                        <a14:foregroundMark x1="23288" y1="54795" x2="24070" y2="62671"/>
                        <a14:foregroundMark x1="86693" y1="17466" x2="85714" y2="24315"/>
                        <a14:foregroundMark x1="77104" y1="21233" x2="78278" y2="11986"/>
                        <a14:foregroundMark x1="76125" y1="4795" x2="77886" y2="4110"/>
                        <a14:foregroundMark x1="92955" y1="4452" x2="89824" y2="6507"/>
                        <a14:foregroundMark x1="98239" y1="2740" x2="99804" y2="3767"/>
                        <a14:foregroundMark x1="66341" y1="95205" x2="66341" y2="95205"/>
                        <a14:foregroundMark x1="66341" y1="95205" x2="66341" y2="95205"/>
                        <a14:foregroundMark x1="87867" y1="83904" x2="87867" y2="83904"/>
                        <a14:foregroundMark x1="87867" y1="83904" x2="87867" y2="83904"/>
                        <a14:foregroundMark x1="87867" y1="83904" x2="87867" y2="83904"/>
                        <a14:foregroundMark x1="87867" y1="83904" x2="87867" y2="83904"/>
                        <a14:foregroundMark x1="93933" y1="94178" x2="94521" y2="94178"/>
                        <a14:foregroundMark x1="94521" y1="94178" x2="94521" y2="94178"/>
                        <a14:foregroundMark x1="94521" y1="94178" x2="94521" y2="94178"/>
                        <a14:foregroundMark x1="63601" y1="68836" x2="63601" y2="68836"/>
                        <a14:foregroundMark x1="63601" y1="68836" x2="63601" y2="68836"/>
                        <a14:foregroundMark x1="63601" y1="68836" x2="63601" y2="68836"/>
                        <a14:foregroundMark x1="90802" y1="53425" x2="90802" y2="53425"/>
                        <a14:foregroundMark x1="90802" y1="53425" x2="90802" y2="53425"/>
                        <a14:foregroundMark x1="90802" y1="53425" x2="90802" y2="53425"/>
                        <a14:foregroundMark x1="88258" y1="41781" x2="88258" y2="41781"/>
                        <a14:foregroundMark x1="88258" y1="41781" x2="88258" y2="41781"/>
                        <a14:foregroundMark x1="97065" y1="32877" x2="97065" y2="32877"/>
                        <a14:foregroundMark x1="97065" y1="32877" x2="97065" y2="32877"/>
                        <a14:foregroundMark x1="95890" y1="19521" x2="95890" y2="19521"/>
                        <a14:foregroundMark x1="95890" y1="19521" x2="95890" y2="19521"/>
                        <a14:foregroundMark x1="95890" y1="19521" x2="95890" y2="19521"/>
                        <a14:foregroundMark x1="52055" y1="45890" x2="52055" y2="45890"/>
                        <a14:foregroundMark x1="52055" y1="45890" x2="52055" y2="45890"/>
                        <a14:foregroundMark x1="60470" y1="47260" x2="60470" y2="47260"/>
                        <a14:foregroundMark x1="60470" y1="47260" x2="60470" y2="47260"/>
                        <a14:foregroundMark x1="60470" y1="47260" x2="60470" y2="47260"/>
                        <a14:foregroundMark x1="54599" y1="57192" x2="54599" y2="57192"/>
                        <a14:foregroundMark x1="54599" y1="57192" x2="54599" y2="57192"/>
                        <a14:foregroundMark x1="54599" y1="57192" x2="54599" y2="57192"/>
                        <a14:foregroundMark x1="28767" y1="92808" x2="28767" y2="92808"/>
                        <a14:foregroundMark x1="28767" y1="92808" x2="28767" y2="92808"/>
                        <a14:foregroundMark x1="28767" y1="92808" x2="28767" y2="92808"/>
                        <a14:foregroundMark x1="22114" y1="90753" x2="22114" y2="90753"/>
                        <a14:foregroundMark x1="22114" y1="90753" x2="22114" y2="90753"/>
                        <a14:foregroundMark x1="22114" y1="90753" x2="22114" y2="9075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814854" y="1984768"/>
            <a:ext cx="1838664" cy="1050665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7DB051D2-EA9A-5335-647C-1870CE0988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2055" b="95205" l="4697" r="99609">
                        <a14:foregroundMark x1="4892" y1="9247" x2="4892" y2="9247"/>
                        <a14:foregroundMark x1="4892" y1="9247" x2="6458" y2="6849"/>
                        <a14:foregroundMark x1="12133" y1="16096" x2="12133" y2="13699"/>
                        <a14:foregroundMark x1="18200" y1="7534" x2="17808" y2="10274"/>
                        <a14:foregroundMark x1="28963" y1="14726" x2="25636" y2="19521"/>
                        <a14:foregroundMark x1="22505" y1="19178" x2="20744" y2="23630"/>
                        <a14:foregroundMark x1="22896" y1="37671" x2="25832" y2="41438"/>
                        <a14:foregroundMark x1="39530" y1="33904" x2="42074" y2="36986"/>
                        <a14:foregroundMark x1="58708" y1="21575" x2="57926" y2="17123"/>
                        <a14:foregroundMark x1="50881" y1="2397" x2="48924" y2="2740"/>
                        <a14:foregroundMark x1="44618" y1="9932" x2="41879" y2="10616"/>
                        <a14:foregroundMark x1="56751" y1="33219" x2="56164" y2="32877"/>
                        <a14:foregroundMark x1="54012" y1="27740" x2="51663" y2="25685"/>
                        <a14:foregroundMark x1="66536" y1="46233" x2="65362" y2="43493"/>
                        <a14:foregroundMark x1="48337" y1="76027" x2="44618" y2="70205"/>
                        <a14:foregroundMark x1="25832" y1="73288" x2="28376" y2="73288"/>
                        <a14:foregroundMark x1="10372" y1="60274" x2="7828" y2="60616"/>
                        <a14:foregroundMark x1="23288" y1="54795" x2="24070" y2="62671"/>
                        <a14:foregroundMark x1="86693" y1="17466" x2="85714" y2="24315"/>
                        <a14:foregroundMark x1="77104" y1="21233" x2="78278" y2="11986"/>
                        <a14:foregroundMark x1="76125" y1="4795" x2="77886" y2="4110"/>
                        <a14:foregroundMark x1="92955" y1="4452" x2="89824" y2="6507"/>
                        <a14:foregroundMark x1="98239" y1="2740" x2="99804" y2="3767"/>
                        <a14:foregroundMark x1="66341" y1="95205" x2="66341" y2="95205"/>
                        <a14:foregroundMark x1="66341" y1="95205" x2="66341" y2="95205"/>
                        <a14:foregroundMark x1="87867" y1="83904" x2="87867" y2="83904"/>
                        <a14:foregroundMark x1="87867" y1="83904" x2="87867" y2="83904"/>
                        <a14:foregroundMark x1="87867" y1="83904" x2="87867" y2="83904"/>
                        <a14:foregroundMark x1="87867" y1="83904" x2="87867" y2="83904"/>
                        <a14:foregroundMark x1="93933" y1="94178" x2="94521" y2="94178"/>
                        <a14:foregroundMark x1="94521" y1="94178" x2="94521" y2="94178"/>
                        <a14:foregroundMark x1="94521" y1="94178" x2="94521" y2="94178"/>
                        <a14:foregroundMark x1="63601" y1="68836" x2="63601" y2="68836"/>
                        <a14:foregroundMark x1="63601" y1="68836" x2="63601" y2="68836"/>
                        <a14:foregroundMark x1="63601" y1="68836" x2="63601" y2="68836"/>
                        <a14:foregroundMark x1="90802" y1="53425" x2="90802" y2="53425"/>
                        <a14:foregroundMark x1="90802" y1="53425" x2="90802" y2="53425"/>
                        <a14:foregroundMark x1="90802" y1="53425" x2="90802" y2="53425"/>
                        <a14:foregroundMark x1="88258" y1="41781" x2="88258" y2="41781"/>
                        <a14:foregroundMark x1="88258" y1="41781" x2="88258" y2="41781"/>
                        <a14:foregroundMark x1="97065" y1="32877" x2="97065" y2="32877"/>
                        <a14:foregroundMark x1="97065" y1="32877" x2="97065" y2="32877"/>
                        <a14:foregroundMark x1="95890" y1="19521" x2="95890" y2="19521"/>
                        <a14:foregroundMark x1="95890" y1="19521" x2="95890" y2="19521"/>
                        <a14:foregroundMark x1="95890" y1="19521" x2="95890" y2="19521"/>
                        <a14:foregroundMark x1="52055" y1="45890" x2="52055" y2="45890"/>
                        <a14:foregroundMark x1="52055" y1="45890" x2="52055" y2="45890"/>
                        <a14:foregroundMark x1="60470" y1="47260" x2="60470" y2="47260"/>
                        <a14:foregroundMark x1="60470" y1="47260" x2="60470" y2="47260"/>
                        <a14:foregroundMark x1="60470" y1="47260" x2="60470" y2="47260"/>
                        <a14:foregroundMark x1="54599" y1="57192" x2="54599" y2="57192"/>
                        <a14:foregroundMark x1="54599" y1="57192" x2="54599" y2="57192"/>
                        <a14:foregroundMark x1="54599" y1="57192" x2="54599" y2="57192"/>
                        <a14:foregroundMark x1="28767" y1="92808" x2="28767" y2="92808"/>
                        <a14:foregroundMark x1="28767" y1="92808" x2="28767" y2="92808"/>
                        <a14:foregroundMark x1="28767" y1="92808" x2="28767" y2="92808"/>
                        <a14:foregroundMark x1="22114" y1="90753" x2="22114" y2="90753"/>
                        <a14:foregroundMark x1="22114" y1="90753" x2="22114" y2="90753"/>
                        <a14:foregroundMark x1="22114" y1="90753" x2="22114" y2="9075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485578" y="1962818"/>
            <a:ext cx="1838664" cy="105066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D266F7A5-C351-5B64-D3E3-CDEAF99AC7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2055" b="95205" l="4697" r="99609">
                        <a14:foregroundMark x1="4892" y1="9247" x2="4892" y2="9247"/>
                        <a14:foregroundMark x1="4892" y1="9247" x2="6458" y2="6849"/>
                        <a14:foregroundMark x1="12133" y1="16096" x2="12133" y2="13699"/>
                        <a14:foregroundMark x1="18200" y1="7534" x2="17808" y2="10274"/>
                        <a14:foregroundMark x1="28963" y1="14726" x2="25636" y2="19521"/>
                        <a14:foregroundMark x1="22505" y1="19178" x2="20744" y2="23630"/>
                        <a14:foregroundMark x1="22896" y1="37671" x2="25832" y2="41438"/>
                        <a14:foregroundMark x1="39530" y1="33904" x2="42074" y2="36986"/>
                        <a14:foregroundMark x1="58708" y1="21575" x2="57926" y2="17123"/>
                        <a14:foregroundMark x1="50881" y1="2397" x2="48924" y2="2740"/>
                        <a14:foregroundMark x1="44618" y1="9932" x2="41879" y2="10616"/>
                        <a14:foregroundMark x1="56751" y1="33219" x2="56164" y2="32877"/>
                        <a14:foregroundMark x1="54012" y1="27740" x2="51663" y2="25685"/>
                        <a14:foregroundMark x1="66536" y1="46233" x2="65362" y2="43493"/>
                        <a14:foregroundMark x1="48337" y1="76027" x2="44618" y2="70205"/>
                        <a14:foregroundMark x1="25832" y1="73288" x2="28376" y2="73288"/>
                        <a14:foregroundMark x1="10372" y1="60274" x2="7828" y2="60616"/>
                        <a14:foregroundMark x1="23288" y1="54795" x2="24070" y2="62671"/>
                        <a14:foregroundMark x1="86693" y1="17466" x2="85714" y2="24315"/>
                        <a14:foregroundMark x1="77104" y1="21233" x2="78278" y2="11986"/>
                        <a14:foregroundMark x1="76125" y1="4795" x2="77886" y2="4110"/>
                        <a14:foregroundMark x1="92955" y1="4452" x2="89824" y2="6507"/>
                        <a14:foregroundMark x1="98239" y1="2740" x2="99804" y2="3767"/>
                        <a14:foregroundMark x1="66341" y1="95205" x2="66341" y2="95205"/>
                        <a14:foregroundMark x1="66341" y1="95205" x2="66341" y2="95205"/>
                        <a14:foregroundMark x1="87867" y1="83904" x2="87867" y2="83904"/>
                        <a14:foregroundMark x1="87867" y1="83904" x2="87867" y2="83904"/>
                        <a14:foregroundMark x1="87867" y1="83904" x2="87867" y2="83904"/>
                        <a14:foregroundMark x1="87867" y1="83904" x2="87867" y2="83904"/>
                        <a14:foregroundMark x1="93933" y1="94178" x2="94521" y2="94178"/>
                        <a14:foregroundMark x1="94521" y1="94178" x2="94521" y2="94178"/>
                        <a14:foregroundMark x1="94521" y1="94178" x2="94521" y2="94178"/>
                        <a14:foregroundMark x1="63601" y1="68836" x2="63601" y2="68836"/>
                        <a14:foregroundMark x1="63601" y1="68836" x2="63601" y2="68836"/>
                        <a14:foregroundMark x1="63601" y1="68836" x2="63601" y2="68836"/>
                        <a14:foregroundMark x1="90802" y1="53425" x2="90802" y2="53425"/>
                        <a14:foregroundMark x1="90802" y1="53425" x2="90802" y2="53425"/>
                        <a14:foregroundMark x1="90802" y1="53425" x2="90802" y2="53425"/>
                        <a14:foregroundMark x1="88258" y1="41781" x2="88258" y2="41781"/>
                        <a14:foregroundMark x1="88258" y1="41781" x2="88258" y2="41781"/>
                        <a14:foregroundMark x1="97065" y1="32877" x2="97065" y2="32877"/>
                        <a14:foregroundMark x1="97065" y1="32877" x2="97065" y2="32877"/>
                        <a14:foregroundMark x1="95890" y1="19521" x2="95890" y2="19521"/>
                        <a14:foregroundMark x1="95890" y1="19521" x2="95890" y2="19521"/>
                        <a14:foregroundMark x1="95890" y1="19521" x2="95890" y2="19521"/>
                        <a14:foregroundMark x1="52055" y1="45890" x2="52055" y2="45890"/>
                        <a14:foregroundMark x1="52055" y1="45890" x2="52055" y2="45890"/>
                        <a14:foregroundMark x1="60470" y1="47260" x2="60470" y2="47260"/>
                        <a14:foregroundMark x1="60470" y1="47260" x2="60470" y2="47260"/>
                        <a14:foregroundMark x1="60470" y1="47260" x2="60470" y2="47260"/>
                        <a14:foregroundMark x1="54599" y1="57192" x2="54599" y2="57192"/>
                        <a14:foregroundMark x1="54599" y1="57192" x2="54599" y2="57192"/>
                        <a14:foregroundMark x1="54599" y1="57192" x2="54599" y2="57192"/>
                        <a14:foregroundMark x1="28767" y1="92808" x2="28767" y2="92808"/>
                        <a14:foregroundMark x1="28767" y1="92808" x2="28767" y2="92808"/>
                        <a14:foregroundMark x1="28767" y1="92808" x2="28767" y2="92808"/>
                        <a14:foregroundMark x1="22114" y1="90753" x2="22114" y2="90753"/>
                        <a14:foregroundMark x1="22114" y1="90753" x2="22114" y2="90753"/>
                        <a14:foregroundMark x1="22114" y1="90753" x2="22114" y2="9075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706150" y="3118464"/>
            <a:ext cx="1838664" cy="1050665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D97BD1EA-8562-0543-0586-EE923FC8B7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2055" b="95205" l="4697" r="99609">
                        <a14:foregroundMark x1="4892" y1="9247" x2="4892" y2="9247"/>
                        <a14:foregroundMark x1="4892" y1="9247" x2="6458" y2="6849"/>
                        <a14:foregroundMark x1="12133" y1="16096" x2="12133" y2="13699"/>
                        <a14:foregroundMark x1="18200" y1="7534" x2="17808" y2="10274"/>
                        <a14:foregroundMark x1="28963" y1="14726" x2="25636" y2="19521"/>
                        <a14:foregroundMark x1="22505" y1="19178" x2="20744" y2="23630"/>
                        <a14:foregroundMark x1="22896" y1="37671" x2="25832" y2="41438"/>
                        <a14:foregroundMark x1="39530" y1="33904" x2="42074" y2="36986"/>
                        <a14:foregroundMark x1="58708" y1="21575" x2="57926" y2="17123"/>
                        <a14:foregroundMark x1="50881" y1="2397" x2="48924" y2="2740"/>
                        <a14:foregroundMark x1="44618" y1="9932" x2="41879" y2="10616"/>
                        <a14:foregroundMark x1="56751" y1="33219" x2="56164" y2="32877"/>
                        <a14:foregroundMark x1="54012" y1="27740" x2="51663" y2="25685"/>
                        <a14:foregroundMark x1="66536" y1="46233" x2="65362" y2="43493"/>
                        <a14:foregroundMark x1="48337" y1="76027" x2="44618" y2="70205"/>
                        <a14:foregroundMark x1="25832" y1="73288" x2="28376" y2="73288"/>
                        <a14:foregroundMark x1="10372" y1="60274" x2="7828" y2="60616"/>
                        <a14:foregroundMark x1="23288" y1="54795" x2="24070" y2="62671"/>
                        <a14:foregroundMark x1="86693" y1="17466" x2="85714" y2="24315"/>
                        <a14:foregroundMark x1="77104" y1="21233" x2="78278" y2="11986"/>
                        <a14:foregroundMark x1="76125" y1="4795" x2="77886" y2="4110"/>
                        <a14:foregroundMark x1="92955" y1="4452" x2="89824" y2="6507"/>
                        <a14:foregroundMark x1="98239" y1="2740" x2="99804" y2="3767"/>
                        <a14:foregroundMark x1="66341" y1="95205" x2="66341" y2="95205"/>
                        <a14:foregroundMark x1="66341" y1="95205" x2="66341" y2="95205"/>
                        <a14:foregroundMark x1="87867" y1="83904" x2="87867" y2="83904"/>
                        <a14:foregroundMark x1="87867" y1="83904" x2="87867" y2="83904"/>
                        <a14:foregroundMark x1="87867" y1="83904" x2="87867" y2="83904"/>
                        <a14:foregroundMark x1="87867" y1="83904" x2="87867" y2="83904"/>
                        <a14:foregroundMark x1="93933" y1="94178" x2="94521" y2="94178"/>
                        <a14:foregroundMark x1="94521" y1="94178" x2="94521" y2="94178"/>
                        <a14:foregroundMark x1="94521" y1="94178" x2="94521" y2="94178"/>
                        <a14:foregroundMark x1="63601" y1="68836" x2="63601" y2="68836"/>
                        <a14:foregroundMark x1="63601" y1="68836" x2="63601" y2="68836"/>
                        <a14:foregroundMark x1="63601" y1="68836" x2="63601" y2="68836"/>
                        <a14:foregroundMark x1="90802" y1="53425" x2="90802" y2="53425"/>
                        <a14:foregroundMark x1="90802" y1="53425" x2="90802" y2="53425"/>
                        <a14:foregroundMark x1="90802" y1="53425" x2="90802" y2="53425"/>
                        <a14:foregroundMark x1="88258" y1="41781" x2="88258" y2="41781"/>
                        <a14:foregroundMark x1="88258" y1="41781" x2="88258" y2="41781"/>
                        <a14:foregroundMark x1="97065" y1="32877" x2="97065" y2="32877"/>
                        <a14:foregroundMark x1="97065" y1="32877" x2="97065" y2="32877"/>
                        <a14:foregroundMark x1="95890" y1="19521" x2="95890" y2="19521"/>
                        <a14:foregroundMark x1="95890" y1="19521" x2="95890" y2="19521"/>
                        <a14:foregroundMark x1="95890" y1="19521" x2="95890" y2="19521"/>
                        <a14:foregroundMark x1="52055" y1="45890" x2="52055" y2="45890"/>
                        <a14:foregroundMark x1="52055" y1="45890" x2="52055" y2="45890"/>
                        <a14:foregroundMark x1="60470" y1="47260" x2="60470" y2="47260"/>
                        <a14:foregroundMark x1="60470" y1="47260" x2="60470" y2="47260"/>
                        <a14:foregroundMark x1="60470" y1="47260" x2="60470" y2="47260"/>
                        <a14:foregroundMark x1="54599" y1="57192" x2="54599" y2="57192"/>
                        <a14:foregroundMark x1="54599" y1="57192" x2="54599" y2="57192"/>
                        <a14:foregroundMark x1="54599" y1="57192" x2="54599" y2="57192"/>
                        <a14:foregroundMark x1="28767" y1="92808" x2="28767" y2="92808"/>
                        <a14:foregroundMark x1="28767" y1="92808" x2="28767" y2="92808"/>
                        <a14:foregroundMark x1="28767" y1="92808" x2="28767" y2="92808"/>
                        <a14:foregroundMark x1="22114" y1="90753" x2="22114" y2="90753"/>
                        <a14:foregroundMark x1="22114" y1="90753" x2="22114" y2="90753"/>
                        <a14:foregroundMark x1="22114" y1="90753" x2="22114" y2="9075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221868" y="3072423"/>
            <a:ext cx="1838664" cy="1050665"/>
          </a:xfrm>
          <a:prstGeom prst="rect">
            <a:avLst/>
          </a:prstGeom>
        </p:spPr>
      </p:pic>
      <p:pic>
        <p:nvPicPr>
          <p:cNvPr id="60" name="Picture 59">
            <a:extLst>
              <a:ext uri="{FF2B5EF4-FFF2-40B4-BE49-F238E27FC236}">
                <a16:creationId xmlns:a16="http://schemas.microsoft.com/office/drawing/2014/main" id="{1D8F5623-AB53-B280-1DDC-6E7A4CB387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2055" b="95205" l="4697" r="99609">
                        <a14:foregroundMark x1="4892" y1="9247" x2="4892" y2="9247"/>
                        <a14:foregroundMark x1="4892" y1="9247" x2="6458" y2="6849"/>
                        <a14:foregroundMark x1="12133" y1="16096" x2="12133" y2="13699"/>
                        <a14:foregroundMark x1="18200" y1="7534" x2="17808" y2="10274"/>
                        <a14:foregroundMark x1="28963" y1="14726" x2="25636" y2="19521"/>
                        <a14:foregroundMark x1="22505" y1="19178" x2="20744" y2="23630"/>
                        <a14:foregroundMark x1="22896" y1="37671" x2="25832" y2="41438"/>
                        <a14:foregroundMark x1="39530" y1="33904" x2="42074" y2="36986"/>
                        <a14:foregroundMark x1="58708" y1="21575" x2="57926" y2="17123"/>
                        <a14:foregroundMark x1="50881" y1="2397" x2="48924" y2="2740"/>
                        <a14:foregroundMark x1="44618" y1="9932" x2="41879" y2="10616"/>
                        <a14:foregroundMark x1="56751" y1="33219" x2="56164" y2="32877"/>
                        <a14:foregroundMark x1="54012" y1="27740" x2="51663" y2="25685"/>
                        <a14:foregroundMark x1="66536" y1="46233" x2="65362" y2="43493"/>
                        <a14:foregroundMark x1="48337" y1="76027" x2="44618" y2="70205"/>
                        <a14:foregroundMark x1="25832" y1="73288" x2="28376" y2="73288"/>
                        <a14:foregroundMark x1="10372" y1="60274" x2="7828" y2="60616"/>
                        <a14:foregroundMark x1="23288" y1="54795" x2="24070" y2="62671"/>
                        <a14:foregroundMark x1="86693" y1="17466" x2="85714" y2="24315"/>
                        <a14:foregroundMark x1="77104" y1="21233" x2="78278" y2="11986"/>
                        <a14:foregroundMark x1="76125" y1="4795" x2="77886" y2="4110"/>
                        <a14:foregroundMark x1="92955" y1="4452" x2="89824" y2="6507"/>
                        <a14:foregroundMark x1="98239" y1="2740" x2="99804" y2="3767"/>
                        <a14:foregroundMark x1="66341" y1="95205" x2="66341" y2="95205"/>
                        <a14:foregroundMark x1="66341" y1="95205" x2="66341" y2="95205"/>
                        <a14:foregroundMark x1="87867" y1="83904" x2="87867" y2="83904"/>
                        <a14:foregroundMark x1="87867" y1="83904" x2="87867" y2="83904"/>
                        <a14:foregroundMark x1="87867" y1="83904" x2="87867" y2="83904"/>
                        <a14:foregroundMark x1="87867" y1="83904" x2="87867" y2="83904"/>
                        <a14:foregroundMark x1="93933" y1="94178" x2="94521" y2="94178"/>
                        <a14:foregroundMark x1="94521" y1="94178" x2="94521" y2="94178"/>
                        <a14:foregroundMark x1="94521" y1="94178" x2="94521" y2="94178"/>
                        <a14:foregroundMark x1="63601" y1="68836" x2="63601" y2="68836"/>
                        <a14:foregroundMark x1="63601" y1="68836" x2="63601" y2="68836"/>
                        <a14:foregroundMark x1="63601" y1="68836" x2="63601" y2="68836"/>
                        <a14:foregroundMark x1="90802" y1="53425" x2="90802" y2="53425"/>
                        <a14:foregroundMark x1="90802" y1="53425" x2="90802" y2="53425"/>
                        <a14:foregroundMark x1="90802" y1="53425" x2="90802" y2="53425"/>
                        <a14:foregroundMark x1="88258" y1="41781" x2="88258" y2="41781"/>
                        <a14:foregroundMark x1="88258" y1="41781" x2="88258" y2="41781"/>
                        <a14:foregroundMark x1="97065" y1="32877" x2="97065" y2="32877"/>
                        <a14:foregroundMark x1="97065" y1="32877" x2="97065" y2="32877"/>
                        <a14:foregroundMark x1="95890" y1="19521" x2="95890" y2="19521"/>
                        <a14:foregroundMark x1="95890" y1="19521" x2="95890" y2="19521"/>
                        <a14:foregroundMark x1="95890" y1="19521" x2="95890" y2="19521"/>
                        <a14:foregroundMark x1="52055" y1="45890" x2="52055" y2="45890"/>
                        <a14:foregroundMark x1="52055" y1="45890" x2="52055" y2="45890"/>
                        <a14:foregroundMark x1="60470" y1="47260" x2="60470" y2="47260"/>
                        <a14:foregroundMark x1="60470" y1="47260" x2="60470" y2="47260"/>
                        <a14:foregroundMark x1="60470" y1="47260" x2="60470" y2="47260"/>
                        <a14:foregroundMark x1="54599" y1="57192" x2="54599" y2="57192"/>
                        <a14:foregroundMark x1="54599" y1="57192" x2="54599" y2="57192"/>
                        <a14:foregroundMark x1="54599" y1="57192" x2="54599" y2="57192"/>
                        <a14:foregroundMark x1="28767" y1="92808" x2="28767" y2="92808"/>
                        <a14:foregroundMark x1="28767" y1="92808" x2="28767" y2="92808"/>
                        <a14:foregroundMark x1="28767" y1="92808" x2="28767" y2="92808"/>
                        <a14:foregroundMark x1="22114" y1="90753" x2="22114" y2="90753"/>
                        <a14:foregroundMark x1="22114" y1="90753" x2="22114" y2="90753"/>
                        <a14:foregroundMark x1="22114" y1="90753" x2="22114" y2="9075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757964" y="3136099"/>
            <a:ext cx="1838664" cy="1050665"/>
          </a:xfrm>
          <a:prstGeom prst="rect">
            <a:avLst/>
          </a:prstGeom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id="{C2FAB763-CAE8-A656-3D09-830CCF901B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2055" b="95205" l="4697" r="99609">
                        <a14:foregroundMark x1="4892" y1="9247" x2="4892" y2="9247"/>
                        <a14:foregroundMark x1="4892" y1="9247" x2="6458" y2="6849"/>
                        <a14:foregroundMark x1="12133" y1="16096" x2="12133" y2="13699"/>
                        <a14:foregroundMark x1="18200" y1="7534" x2="17808" y2="10274"/>
                        <a14:foregroundMark x1="28963" y1="14726" x2="25636" y2="19521"/>
                        <a14:foregroundMark x1="22505" y1="19178" x2="20744" y2="23630"/>
                        <a14:foregroundMark x1="22896" y1="37671" x2="25832" y2="41438"/>
                        <a14:foregroundMark x1="39530" y1="33904" x2="42074" y2="36986"/>
                        <a14:foregroundMark x1="58708" y1="21575" x2="57926" y2="17123"/>
                        <a14:foregroundMark x1="50881" y1="2397" x2="48924" y2="2740"/>
                        <a14:foregroundMark x1="44618" y1="9932" x2="41879" y2="10616"/>
                        <a14:foregroundMark x1="56751" y1="33219" x2="56164" y2="32877"/>
                        <a14:foregroundMark x1="54012" y1="27740" x2="51663" y2="25685"/>
                        <a14:foregroundMark x1="66536" y1="46233" x2="65362" y2="43493"/>
                        <a14:foregroundMark x1="48337" y1="76027" x2="44618" y2="70205"/>
                        <a14:foregroundMark x1="25832" y1="73288" x2="28376" y2="73288"/>
                        <a14:foregroundMark x1="10372" y1="60274" x2="7828" y2="60616"/>
                        <a14:foregroundMark x1="23288" y1="54795" x2="24070" y2="62671"/>
                        <a14:foregroundMark x1="86693" y1="17466" x2="85714" y2="24315"/>
                        <a14:foregroundMark x1="77104" y1="21233" x2="78278" y2="11986"/>
                        <a14:foregroundMark x1="76125" y1="4795" x2="77886" y2="4110"/>
                        <a14:foregroundMark x1="92955" y1="4452" x2="89824" y2="6507"/>
                        <a14:foregroundMark x1="98239" y1="2740" x2="99804" y2="3767"/>
                        <a14:foregroundMark x1="66341" y1="95205" x2="66341" y2="95205"/>
                        <a14:foregroundMark x1="66341" y1="95205" x2="66341" y2="95205"/>
                        <a14:foregroundMark x1="87867" y1="83904" x2="87867" y2="83904"/>
                        <a14:foregroundMark x1="87867" y1="83904" x2="87867" y2="83904"/>
                        <a14:foregroundMark x1="87867" y1="83904" x2="87867" y2="83904"/>
                        <a14:foregroundMark x1="87867" y1="83904" x2="87867" y2="83904"/>
                        <a14:foregroundMark x1="93933" y1="94178" x2="94521" y2="94178"/>
                        <a14:foregroundMark x1="94521" y1="94178" x2="94521" y2="94178"/>
                        <a14:foregroundMark x1="94521" y1="94178" x2="94521" y2="94178"/>
                        <a14:foregroundMark x1="63601" y1="68836" x2="63601" y2="68836"/>
                        <a14:foregroundMark x1="63601" y1="68836" x2="63601" y2="68836"/>
                        <a14:foregroundMark x1="63601" y1="68836" x2="63601" y2="68836"/>
                        <a14:foregroundMark x1="90802" y1="53425" x2="90802" y2="53425"/>
                        <a14:foregroundMark x1="90802" y1="53425" x2="90802" y2="53425"/>
                        <a14:foregroundMark x1="90802" y1="53425" x2="90802" y2="53425"/>
                        <a14:foregroundMark x1="88258" y1="41781" x2="88258" y2="41781"/>
                        <a14:foregroundMark x1="88258" y1="41781" x2="88258" y2="41781"/>
                        <a14:foregroundMark x1="97065" y1="32877" x2="97065" y2="32877"/>
                        <a14:foregroundMark x1="97065" y1="32877" x2="97065" y2="32877"/>
                        <a14:foregroundMark x1="95890" y1="19521" x2="95890" y2="19521"/>
                        <a14:foregroundMark x1="95890" y1="19521" x2="95890" y2="19521"/>
                        <a14:foregroundMark x1="95890" y1="19521" x2="95890" y2="19521"/>
                        <a14:foregroundMark x1="52055" y1="45890" x2="52055" y2="45890"/>
                        <a14:foregroundMark x1="52055" y1="45890" x2="52055" y2="45890"/>
                        <a14:foregroundMark x1="60470" y1="47260" x2="60470" y2="47260"/>
                        <a14:foregroundMark x1="60470" y1="47260" x2="60470" y2="47260"/>
                        <a14:foregroundMark x1="60470" y1="47260" x2="60470" y2="47260"/>
                        <a14:foregroundMark x1="54599" y1="57192" x2="54599" y2="57192"/>
                        <a14:foregroundMark x1="54599" y1="57192" x2="54599" y2="57192"/>
                        <a14:foregroundMark x1="54599" y1="57192" x2="54599" y2="57192"/>
                        <a14:foregroundMark x1="28767" y1="92808" x2="28767" y2="92808"/>
                        <a14:foregroundMark x1="28767" y1="92808" x2="28767" y2="92808"/>
                        <a14:foregroundMark x1="28767" y1="92808" x2="28767" y2="92808"/>
                        <a14:foregroundMark x1="22114" y1="90753" x2="22114" y2="90753"/>
                        <a14:foregroundMark x1="22114" y1="90753" x2="22114" y2="90753"/>
                        <a14:foregroundMark x1="22114" y1="90753" x2="22114" y2="9075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223415" y="4178288"/>
            <a:ext cx="1838664" cy="1050665"/>
          </a:xfrm>
          <a:prstGeom prst="rect">
            <a:avLst/>
          </a:pr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08B3AD81-489C-116F-E611-15FD63705DE1}"/>
              </a:ext>
            </a:extLst>
          </p:cNvPr>
          <p:cNvGrpSpPr/>
          <p:nvPr/>
        </p:nvGrpSpPr>
        <p:grpSpPr>
          <a:xfrm>
            <a:off x="2309436" y="877844"/>
            <a:ext cx="7573128" cy="5026112"/>
            <a:chOff x="2309436" y="877844"/>
            <a:chExt cx="7573128" cy="5026112"/>
          </a:xfrm>
          <a:scene3d>
            <a:camera prst="perspectiveRelaxed"/>
            <a:lightRig rig="threePt" dir="t"/>
          </a:scene3d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61FC9F37-BE97-B141-8A9E-89E760AA8B48}"/>
                </a:ext>
              </a:extLst>
            </p:cNvPr>
            <p:cNvSpPr/>
            <p:nvPr/>
          </p:nvSpPr>
          <p:spPr>
            <a:xfrm>
              <a:off x="5413248" y="2980944"/>
              <a:ext cx="1344168" cy="886968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2C926162-3F81-2A94-B6A6-72308DF6424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888529" y="2589529"/>
              <a:ext cx="2414942" cy="1602741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28715C4C-519B-EF58-FFD1-00EDEBF3AB2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513303" y="2340499"/>
              <a:ext cx="3165394" cy="2100799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4A458EBB-7DB8-9696-8EC1-AE8A43FF974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141839" y="2093966"/>
              <a:ext cx="3908321" cy="2593863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6B3F1A45-1D6D-8FE7-A56B-9E2709CC623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704879" y="1803965"/>
              <a:ext cx="4782241" cy="3173864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8A0F8720-E98A-80F8-6984-6A85E351681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248424" y="1501029"/>
              <a:ext cx="5695152" cy="3779742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70CC2955-847D-FF98-103F-BA25B595EE6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823600" y="1219083"/>
              <a:ext cx="6544800" cy="4343634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88E6F9DC-40A9-B67F-643D-CC881FEFDD5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309436" y="877844"/>
              <a:ext cx="7573128" cy="5026112"/>
            </a:xfrm>
            <a:prstGeom prst="rect">
              <a:avLst/>
            </a:prstGeom>
          </p:spPr>
        </p:pic>
      </p:grpSp>
      <p:pic>
        <p:nvPicPr>
          <p:cNvPr id="16" name="Picture 15">
            <a:extLst>
              <a:ext uri="{FF2B5EF4-FFF2-40B4-BE49-F238E27FC236}">
                <a16:creationId xmlns:a16="http://schemas.microsoft.com/office/drawing/2014/main" id="{4BCB074C-3E6B-7F52-07C3-E422D2F114C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2049" b="95902" l="5515" r="91912">
                        <a14:foregroundMark x1="9926" y1="25000" x2="4412" y2="45082"/>
                        <a14:foregroundMark x1="4412" y1="45082" x2="8088" y2="65574"/>
                        <a14:foregroundMark x1="8088" y1="65574" x2="8456" y2="34016"/>
                        <a14:foregroundMark x1="8456" y1="34016" x2="6985" y2="56557"/>
                        <a14:foregroundMark x1="6985" y1="56557" x2="9559" y2="31557"/>
                        <a14:foregroundMark x1="9559" y1="31557" x2="11397" y2="67623"/>
                        <a14:foregroundMark x1="10662" y1="65574" x2="5515" y2="47951"/>
                        <a14:foregroundMark x1="22794" y1="87295" x2="44853" y2="96311"/>
                        <a14:foregroundMark x1="44853" y1="96311" x2="63603" y2="96311"/>
                        <a14:foregroundMark x1="63603" y1="96311" x2="76838" y2="88525"/>
                        <a14:foregroundMark x1="86397" y1="75820" x2="93750" y2="48770"/>
                        <a14:foregroundMark x1="93750" y1="48770" x2="92279" y2="27869"/>
                        <a14:foregroundMark x1="92279" y1="27869" x2="87868" y2="19672"/>
                        <a14:foregroundMark x1="77941" y1="9426" x2="34559" y2="8607"/>
                        <a14:foregroundMark x1="34559" y1="8607" x2="61397" y2="2049"/>
                        <a14:foregroundMark x1="61397" y1="2049" x2="73529" y2="860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337538" y="3333426"/>
            <a:ext cx="406497" cy="364652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B610CF25-4AF1-D7FF-EA14-68A4C709ED8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5914" b="89785" l="9589" r="89954">
                        <a14:foregroundMark x1="42009" y1="88710" x2="60274" y2="87634"/>
                        <a14:foregroundMark x1="81279" y1="67204" x2="83970" y2="38682"/>
                        <a14:foregroundMark x1="83662" y1="37687" x2="75342" y2="26344"/>
                        <a14:foregroundMark x1="79452" y1="65054" x2="82192" y2="36022"/>
                        <a14:foregroundMark x1="82192" y1="36022" x2="68493" y2="13441"/>
                        <a14:foregroundMark x1="49406" y1="11116" x2="42009" y2="10215"/>
                        <a14:foregroundMark x1="68493" y1="13441" x2="52243" y2="11462"/>
                        <a14:foregroundMark x1="42009" y1="10215" x2="36986" y2="11828"/>
                        <a14:foregroundMark x1="47945" y1="6452" x2="55091" y2="6115"/>
                        <a14:backgroundMark x1="80365" y1="72581" x2="87215" y2="47312"/>
                        <a14:backgroundMark x1="87215" y1="47312" x2="82648" y2="34409"/>
                        <a14:backgroundMark x1="58904" y1="3226" x2="60274" y2="5376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814854" y="3473939"/>
            <a:ext cx="429348" cy="364652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8D490A51-0CD3-8C6A-C3D6-381E0FD20AF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0826" y="2791026"/>
            <a:ext cx="1071563" cy="1071563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BE1E14B2-EB99-A1B7-B300-C9882CE30577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ackgroundRemoval t="893" b="95536" l="8582" r="90672">
                        <a14:foregroundMark x1="36194" y1="89732" x2="57836" y2="91964"/>
                        <a14:foregroundMark x1="57836" y1="91964" x2="72015" y2="86161"/>
                        <a14:foregroundMark x1="32463" y1="93304" x2="61940" y2="95982"/>
                        <a14:foregroundMark x1="61940" y1="95982" x2="65672" y2="94643"/>
                        <a14:foregroundMark x1="86567" y1="72768" x2="90672" y2="37500"/>
                        <a14:foregroundMark x1="90672" y1="37500" x2="87313" y2="26339"/>
                        <a14:foregroundMark x1="35448" y1="11161" x2="58209" y2="893"/>
                        <a14:foregroundMark x1="58209" y1="893" x2="71642" y2="9375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302745" y="3761046"/>
            <a:ext cx="436280" cy="364652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5036ED5A-4895-8F9E-DCC9-29FF9B683CB4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ackgroundRemoval t="9692" b="89868" l="2475" r="89604">
                        <a14:foregroundMark x1="27228" y1="84581" x2="12376" y2="63877"/>
                        <a14:foregroundMark x1="12376" y1="63877" x2="6436" y2="41410"/>
                        <a14:foregroundMark x1="6436" y1="41410" x2="11386" y2="27753"/>
                        <a14:foregroundMark x1="87624" y1="62996" x2="87129" y2="35242"/>
                        <a14:foregroundMark x1="87129" y1="35242" x2="84158" y2="28194"/>
                        <a14:foregroundMark x1="28218" y1="88546" x2="7426" y2="67401"/>
                        <a14:foregroundMark x1="7426" y1="67401" x2="4950" y2="43172"/>
                        <a14:foregroundMark x1="4950" y1="43172" x2="8911" y2="26872"/>
                        <a14:foregroundMark x1="4950" y1="33921" x2="2475" y2="61233"/>
                        <a14:foregroundMark x1="2475" y1="61233" x2="3465" y2="6387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321434" y="3165093"/>
            <a:ext cx="472676" cy="531176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C94DB00F-B4B9-94F3-B664-8F8176F3FF9B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BEBA8EAE-BF5A-486C-A8C5-ECC9F3942E4B}">
                <a14:imgProps xmlns:a14="http://schemas.microsoft.com/office/drawing/2010/main">
                  <a14:imgLayer r:embed="rId16">
                    <a14:imgEffect>
                      <a14:backgroundRemoval t="9091" b="92149" l="2761" r="99387">
                        <a14:foregroundMark x1="10736" y1="34298" x2="11656" y2="15289"/>
                        <a14:foregroundMark x1="11043" y1="40909" x2="5828" y2="19008"/>
                        <a14:foregroundMark x1="5828" y1="19008" x2="15031" y2="16942"/>
                        <a14:foregroundMark x1="42945" y1="88017" x2="58896" y2="90083"/>
                        <a14:foregroundMark x1="58896" y1="90083" x2="62577" y2="88017"/>
                        <a14:foregroundMark x1="89877" y1="86777" x2="95399" y2="65702"/>
                        <a14:foregroundMark x1="95399" y1="65702" x2="80982" y2="48760"/>
                        <a14:foregroundMark x1="85583" y1="87603" x2="99080" y2="70661"/>
                        <a14:foregroundMark x1="99080" y1="70661" x2="95092" y2="66116"/>
                        <a14:foregroundMark x1="88344" y1="91322" x2="69939" y2="83058"/>
                        <a14:foregroundMark x1="88037" y1="91322" x2="99080" y2="82645"/>
                        <a14:foregroundMark x1="88037" y1="92149" x2="99693" y2="83471"/>
                        <a14:foregroundMark x1="9816" y1="41322" x2="23313" y2="54959"/>
                        <a14:foregroundMark x1="11043" y1="15702" x2="28221" y2="17769"/>
                        <a14:foregroundMark x1="11043" y1="12397" x2="25767" y2="15702"/>
                        <a14:foregroundMark x1="12270" y1="12397" x2="2761" y2="29752"/>
                        <a14:foregroundMark x1="2761" y1="29752" x2="3067" y2="29752"/>
                        <a14:foregroundMark x1="3681" y1="29339" x2="12577" y2="12397"/>
                        <a14:foregroundMark x1="12577" y1="12397" x2="37117" y2="19421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177754" y="3616114"/>
            <a:ext cx="821056" cy="609496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3C1B2A20-936A-77AD-8165-AE7054B204E5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backgroundRemoval t="4781" b="94821" l="1210" r="95968">
                        <a14:foregroundMark x1="7258" y1="73307" x2="1210" y2="41833"/>
                        <a14:foregroundMark x1="1210" y1="41833" x2="12097" y2="13147"/>
                        <a14:foregroundMark x1="12097" y1="13147" x2="30645" y2="398"/>
                        <a14:foregroundMark x1="30645" y1="398" x2="62903" y2="3187"/>
                        <a14:foregroundMark x1="62903" y1="3187" x2="82258" y2="13944"/>
                        <a14:foregroundMark x1="82258" y1="13944" x2="98387" y2="35060"/>
                        <a14:foregroundMark x1="98387" y1="35060" x2="94758" y2="64143"/>
                        <a14:foregroundMark x1="94758" y1="64143" x2="76210" y2="84861"/>
                        <a14:foregroundMark x1="76210" y1="84861" x2="56452" y2="92430"/>
                        <a14:foregroundMark x1="56452" y1="92430" x2="34274" y2="92032"/>
                        <a14:foregroundMark x1="34274" y1="92032" x2="16129" y2="80876"/>
                        <a14:foregroundMark x1="16129" y1="80876" x2="7258" y2="70916"/>
                        <a14:foregroundMark x1="4435" y1="21514" x2="32258" y2="5179"/>
                        <a14:foregroundMark x1="32258" y1="5179" x2="55645" y2="4781"/>
                        <a14:foregroundMark x1="55645" y1="4781" x2="81048" y2="10359"/>
                        <a14:foregroundMark x1="91532" y1="25896" x2="98790" y2="50996"/>
                        <a14:foregroundMark x1="98790" y1="50996" x2="95968" y2="72908"/>
                        <a14:foregroundMark x1="95968" y1="72908" x2="92742" y2="73307"/>
                        <a14:foregroundMark x1="91129" y1="76096" x2="68952" y2="94422"/>
                        <a14:foregroundMark x1="68952" y1="94422" x2="33871" y2="94821"/>
                        <a14:foregroundMark x1="33871" y1="94821" x2="23387" y2="86056"/>
                        <a14:foregroundMark x1="7258" y1="63745" x2="8468" y2="26693"/>
                        <a14:foregroundMark x1="8468" y1="26693" x2="12903" y2="21514"/>
                        <a14:foregroundMark x1="12903" y1="21514" x2="1210" y2="47012"/>
                        <a14:foregroundMark x1="1210" y1="47012" x2="1210" y2="68526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006340" y="4085485"/>
            <a:ext cx="317873" cy="321718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037399F0-F809-9712-F9F8-7B695572939C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0051" y="2123430"/>
            <a:ext cx="1350446" cy="2244196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F61ED7C8-33AD-C060-C400-6EC02942B560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BEBA8EAE-BF5A-486C-A8C5-ECC9F3942E4B}">
                <a14:imgProps xmlns:a14="http://schemas.microsoft.com/office/drawing/2010/main">
                  <a14:imgLayer r:embed="rId21">
                    <a14:imgEffect>
                      <a14:backgroundRemoval t="9630" b="92593" l="6250" r="93750">
                        <a14:foregroundMark x1="11328" y1="70000" x2="10938" y2="40741"/>
                        <a14:foregroundMark x1="10938" y1="40741" x2="8594" y2="68148"/>
                        <a14:foregroundMark x1="8594" y1="68148" x2="6250" y2="37407"/>
                        <a14:foregroundMark x1="37891" y1="10000" x2="59375" y2="9630"/>
                        <a14:foregroundMark x1="59375" y1="9630" x2="64844" y2="10000"/>
                        <a14:foregroundMark x1="87109" y1="30741" x2="93750" y2="61481"/>
                        <a14:foregroundMark x1="93750" y1="61481" x2="93359" y2="64815"/>
                        <a14:foregroundMark x1="75000" y1="81111" x2="52344" y2="92593"/>
                        <a14:foregroundMark x1="52344" y1="92593" x2="30859" y2="90741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049343" y="3424428"/>
            <a:ext cx="467817" cy="493401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26328286-3442-E47F-C430-7D826B30792C}"/>
              </a:ext>
            </a:extLst>
          </p:cNvPr>
          <p:cNvGrpSpPr/>
          <p:nvPr/>
        </p:nvGrpSpPr>
        <p:grpSpPr>
          <a:xfrm>
            <a:off x="2037900" y="85575"/>
            <a:ext cx="360" cy="360"/>
            <a:chOff x="2037900" y="85575"/>
            <a:chExt cx="360" cy="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230ABE28-901B-6F5A-632D-A2807E5E22E1}"/>
                    </a:ext>
                  </a:extLst>
                </p14:cNvPr>
                <p14:cNvContentPartPr/>
                <p14:nvPr/>
              </p14:nvContentPartPr>
              <p14:xfrm>
                <a:off x="2037900" y="85575"/>
                <a:ext cx="360" cy="36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230ABE28-901B-6F5A-632D-A2807E5E22E1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031780" y="79455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BE09A417-ADC0-36D2-69B1-7B0377310737}"/>
                    </a:ext>
                  </a:extLst>
                </p14:cNvPr>
                <p14:cNvContentPartPr/>
                <p14:nvPr/>
              </p14:nvContentPartPr>
              <p14:xfrm>
                <a:off x="2037900" y="85575"/>
                <a:ext cx="360" cy="36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BE09A417-ADC0-36D2-69B1-7B0377310737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031780" y="79455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9C2E1E65-A0D6-D8C4-7D7C-CD514F9F4877}"/>
                    </a:ext>
                  </a:extLst>
                </p14:cNvPr>
                <p14:cNvContentPartPr/>
                <p14:nvPr/>
              </p14:nvContentPartPr>
              <p14:xfrm>
                <a:off x="2037900" y="85575"/>
                <a:ext cx="360" cy="36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9C2E1E65-A0D6-D8C4-7D7C-CD514F9F4877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031780" y="79455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4E18A873-F75E-6D02-FB30-02D883E77F4B}"/>
                  </a:ext>
                </a:extLst>
              </p14:cNvPr>
              <p14:cNvContentPartPr/>
              <p14:nvPr/>
            </p14:nvContentPartPr>
            <p14:xfrm>
              <a:off x="1019100" y="2409735"/>
              <a:ext cx="360" cy="36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4E18A873-F75E-6D02-FB30-02D883E77F4B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1012980" y="2403615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6BC56329-E025-C460-7E5B-CAC315924717}"/>
                  </a:ext>
                </a:extLst>
              </p14:cNvPr>
              <p14:cNvContentPartPr/>
              <p14:nvPr/>
            </p14:nvContentPartPr>
            <p14:xfrm>
              <a:off x="1019100" y="2409735"/>
              <a:ext cx="360" cy="36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6BC56329-E025-C460-7E5B-CAC315924717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1012980" y="2403615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B33DE7B2-9CDF-2A04-62B0-FC509E536D0A}"/>
                  </a:ext>
                </a:extLst>
              </p14:cNvPr>
              <p14:cNvContentPartPr/>
              <p14:nvPr/>
            </p14:nvContentPartPr>
            <p14:xfrm>
              <a:off x="1019100" y="2409735"/>
              <a:ext cx="360" cy="36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B33DE7B2-9CDF-2A04-62B0-FC509E536D0A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1012980" y="2403615"/>
                <a:ext cx="12600" cy="12600"/>
              </a:xfrm>
              <a:prstGeom prst="rect">
                <a:avLst/>
              </a:prstGeom>
            </p:spPr>
          </p:pic>
        </mc:Fallback>
      </mc:AlternateContent>
      <p:pic>
        <p:nvPicPr>
          <p:cNvPr id="31" name="Picture 30">
            <a:extLst>
              <a:ext uri="{FF2B5EF4-FFF2-40B4-BE49-F238E27FC236}">
                <a16:creationId xmlns:a16="http://schemas.microsoft.com/office/drawing/2014/main" id="{670CB61E-E6DB-304D-B60A-1A8BEC1A14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2055" b="95205" l="4697" r="99609">
                        <a14:foregroundMark x1="4892" y1="9247" x2="4892" y2="9247"/>
                        <a14:foregroundMark x1="4892" y1="9247" x2="6458" y2="6849"/>
                        <a14:foregroundMark x1="12133" y1="16096" x2="12133" y2="13699"/>
                        <a14:foregroundMark x1="18200" y1="7534" x2="17808" y2="10274"/>
                        <a14:foregroundMark x1="28963" y1="14726" x2="25636" y2="19521"/>
                        <a14:foregroundMark x1="22505" y1="19178" x2="20744" y2="23630"/>
                        <a14:foregroundMark x1="22896" y1="37671" x2="25832" y2="41438"/>
                        <a14:foregroundMark x1="39530" y1="33904" x2="42074" y2="36986"/>
                        <a14:foregroundMark x1="58708" y1="21575" x2="57926" y2="17123"/>
                        <a14:foregroundMark x1="50881" y1="2397" x2="48924" y2="2740"/>
                        <a14:foregroundMark x1="44618" y1="9932" x2="41879" y2="10616"/>
                        <a14:foregroundMark x1="56751" y1="33219" x2="56164" y2="32877"/>
                        <a14:foregroundMark x1="54012" y1="27740" x2="51663" y2="25685"/>
                        <a14:foregroundMark x1="66536" y1="46233" x2="65362" y2="43493"/>
                        <a14:foregroundMark x1="48337" y1="76027" x2="44618" y2="70205"/>
                        <a14:foregroundMark x1="25832" y1="73288" x2="28376" y2="73288"/>
                        <a14:foregroundMark x1="10372" y1="60274" x2="7828" y2="60616"/>
                        <a14:foregroundMark x1="23288" y1="54795" x2="24070" y2="62671"/>
                        <a14:foregroundMark x1="86693" y1="17466" x2="85714" y2="24315"/>
                        <a14:foregroundMark x1="77104" y1="21233" x2="78278" y2="11986"/>
                        <a14:foregroundMark x1="76125" y1="4795" x2="77886" y2="4110"/>
                        <a14:foregroundMark x1="92955" y1="4452" x2="89824" y2="6507"/>
                        <a14:foregroundMark x1="98239" y1="2740" x2="99804" y2="3767"/>
                        <a14:foregroundMark x1="66341" y1="95205" x2="66341" y2="95205"/>
                        <a14:foregroundMark x1="66341" y1="95205" x2="66341" y2="95205"/>
                        <a14:foregroundMark x1="87867" y1="83904" x2="87867" y2="83904"/>
                        <a14:foregroundMark x1="87867" y1="83904" x2="87867" y2="83904"/>
                        <a14:foregroundMark x1="87867" y1="83904" x2="87867" y2="83904"/>
                        <a14:foregroundMark x1="87867" y1="83904" x2="87867" y2="83904"/>
                        <a14:foregroundMark x1="93933" y1="94178" x2="94521" y2="94178"/>
                        <a14:foregroundMark x1="94521" y1="94178" x2="94521" y2="94178"/>
                        <a14:foregroundMark x1="94521" y1="94178" x2="94521" y2="94178"/>
                        <a14:foregroundMark x1="63601" y1="68836" x2="63601" y2="68836"/>
                        <a14:foregroundMark x1="63601" y1="68836" x2="63601" y2="68836"/>
                        <a14:foregroundMark x1="63601" y1="68836" x2="63601" y2="68836"/>
                        <a14:foregroundMark x1="90802" y1="53425" x2="90802" y2="53425"/>
                        <a14:foregroundMark x1="90802" y1="53425" x2="90802" y2="53425"/>
                        <a14:foregroundMark x1="90802" y1="53425" x2="90802" y2="53425"/>
                        <a14:foregroundMark x1="88258" y1="41781" x2="88258" y2="41781"/>
                        <a14:foregroundMark x1="88258" y1="41781" x2="88258" y2="41781"/>
                        <a14:foregroundMark x1="97065" y1="32877" x2="97065" y2="32877"/>
                        <a14:foregroundMark x1="97065" y1="32877" x2="97065" y2="32877"/>
                        <a14:foregroundMark x1="95890" y1="19521" x2="95890" y2="19521"/>
                        <a14:foregroundMark x1="95890" y1="19521" x2="95890" y2="19521"/>
                        <a14:foregroundMark x1="95890" y1="19521" x2="95890" y2="19521"/>
                        <a14:foregroundMark x1="52055" y1="45890" x2="52055" y2="45890"/>
                        <a14:foregroundMark x1="52055" y1="45890" x2="52055" y2="45890"/>
                        <a14:foregroundMark x1="60470" y1="47260" x2="60470" y2="47260"/>
                        <a14:foregroundMark x1="60470" y1="47260" x2="60470" y2="47260"/>
                        <a14:foregroundMark x1="60470" y1="47260" x2="60470" y2="47260"/>
                        <a14:foregroundMark x1="54599" y1="57192" x2="54599" y2="57192"/>
                        <a14:foregroundMark x1="54599" y1="57192" x2="54599" y2="57192"/>
                        <a14:foregroundMark x1="54599" y1="57192" x2="54599" y2="57192"/>
                        <a14:foregroundMark x1="28767" y1="92808" x2="28767" y2="92808"/>
                        <a14:foregroundMark x1="28767" y1="92808" x2="28767" y2="92808"/>
                        <a14:foregroundMark x1="28767" y1="92808" x2="28767" y2="92808"/>
                        <a14:foregroundMark x1="22114" y1="90753" x2="22114" y2="90753"/>
                        <a14:foregroundMark x1="22114" y1="90753" x2="22114" y2="90753"/>
                        <a14:foregroundMark x1="22114" y1="90753" x2="22114" y2="9075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790536" y="5347146"/>
            <a:ext cx="2215535" cy="1266020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1AC64F0F-F163-F8A0-B0FF-20F70A2A97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2055" b="95205" l="4697" r="99609">
                        <a14:foregroundMark x1="4892" y1="9247" x2="4892" y2="9247"/>
                        <a14:foregroundMark x1="4892" y1="9247" x2="6458" y2="6849"/>
                        <a14:foregroundMark x1="12133" y1="16096" x2="12133" y2="13699"/>
                        <a14:foregroundMark x1="18200" y1="7534" x2="17808" y2="10274"/>
                        <a14:foregroundMark x1="28963" y1="14726" x2="25636" y2="19521"/>
                        <a14:foregroundMark x1="22505" y1="19178" x2="20744" y2="23630"/>
                        <a14:foregroundMark x1="22896" y1="37671" x2="25832" y2="41438"/>
                        <a14:foregroundMark x1="39530" y1="33904" x2="42074" y2="36986"/>
                        <a14:foregroundMark x1="58708" y1="21575" x2="57926" y2="17123"/>
                        <a14:foregroundMark x1="50881" y1="2397" x2="48924" y2="2740"/>
                        <a14:foregroundMark x1="44618" y1="9932" x2="41879" y2="10616"/>
                        <a14:foregroundMark x1="56751" y1="33219" x2="56164" y2="32877"/>
                        <a14:foregroundMark x1="54012" y1="27740" x2="51663" y2="25685"/>
                        <a14:foregroundMark x1="66536" y1="46233" x2="65362" y2="43493"/>
                        <a14:foregroundMark x1="48337" y1="76027" x2="44618" y2="70205"/>
                        <a14:foregroundMark x1="25832" y1="73288" x2="28376" y2="73288"/>
                        <a14:foregroundMark x1="10372" y1="60274" x2="7828" y2="60616"/>
                        <a14:foregroundMark x1="23288" y1="54795" x2="24070" y2="62671"/>
                        <a14:foregroundMark x1="86693" y1="17466" x2="85714" y2="24315"/>
                        <a14:foregroundMark x1="77104" y1="21233" x2="78278" y2="11986"/>
                        <a14:foregroundMark x1="76125" y1="4795" x2="77886" y2="4110"/>
                        <a14:foregroundMark x1="92955" y1="4452" x2="89824" y2="6507"/>
                        <a14:foregroundMark x1="98239" y1="2740" x2="99804" y2="3767"/>
                        <a14:foregroundMark x1="66341" y1="95205" x2="66341" y2="95205"/>
                        <a14:foregroundMark x1="66341" y1="95205" x2="66341" y2="95205"/>
                        <a14:foregroundMark x1="87867" y1="83904" x2="87867" y2="83904"/>
                        <a14:foregroundMark x1="87867" y1="83904" x2="87867" y2="83904"/>
                        <a14:foregroundMark x1="87867" y1="83904" x2="87867" y2="83904"/>
                        <a14:foregroundMark x1="87867" y1="83904" x2="87867" y2="83904"/>
                        <a14:foregroundMark x1="93933" y1="94178" x2="94521" y2="94178"/>
                        <a14:foregroundMark x1="94521" y1="94178" x2="94521" y2="94178"/>
                        <a14:foregroundMark x1="94521" y1="94178" x2="94521" y2="94178"/>
                        <a14:foregroundMark x1="63601" y1="68836" x2="63601" y2="68836"/>
                        <a14:foregroundMark x1="63601" y1="68836" x2="63601" y2="68836"/>
                        <a14:foregroundMark x1="63601" y1="68836" x2="63601" y2="68836"/>
                        <a14:foregroundMark x1="90802" y1="53425" x2="90802" y2="53425"/>
                        <a14:foregroundMark x1="90802" y1="53425" x2="90802" y2="53425"/>
                        <a14:foregroundMark x1="90802" y1="53425" x2="90802" y2="53425"/>
                        <a14:foregroundMark x1="88258" y1="41781" x2="88258" y2="41781"/>
                        <a14:foregroundMark x1="88258" y1="41781" x2="88258" y2="41781"/>
                        <a14:foregroundMark x1="97065" y1="32877" x2="97065" y2="32877"/>
                        <a14:foregroundMark x1="97065" y1="32877" x2="97065" y2="32877"/>
                        <a14:foregroundMark x1="95890" y1="19521" x2="95890" y2="19521"/>
                        <a14:foregroundMark x1="95890" y1="19521" x2="95890" y2="19521"/>
                        <a14:foregroundMark x1="95890" y1="19521" x2="95890" y2="19521"/>
                        <a14:foregroundMark x1="52055" y1="45890" x2="52055" y2="45890"/>
                        <a14:foregroundMark x1="52055" y1="45890" x2="52055" y2="45890"/>
                        <a14:foregroundMark x1="60470" y1="47260" x2="60470" y2="47260"/>
                        <a14:foregroundMark x1="60470" y1="47260" x2="60470" y2="47260"/>
                        <a14:foregroundMark x1="60470" y1="47260" x2="60470" y2="47260"/>
                        <a14:foregroundMark x1="54599" y1="57192" x2="54599" y2="57192"/>
                        <a14:foregroundMark x1="54599" y1="57192" x2="54599" y2="57192"/>
                        <a14:foregroundMark x1="54599" y1="57192" x2="54599" y2="57192"/>
                        <a14:foregroundMark x1="28767" y1="92808" x2="28767" y2="92808"/>
                        <a14:foregroundMark x1="28767" y1="92808" x2="28767" y2="92808"/>
                        <a14:foregroundMark x1="28767" y1="92808" x2="28767" y2="92808"/>
                        <a14:foregroundMark x1="22114" y1="90753" x2="22114" y2="90753"/>
                        <a14:foregroundMark x1="22114" y1="90753" x2="22114" y2="90753"/>
                        <a14:foregroundMark x1="22114" y1="90753" x2="22114" y2="9075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790535" y="3917829"/>
            <a:ext cx="2215535" cy="1266020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AB386E3A-25F3-C521-B36F-35B6359B96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2055" b="95205" l="4697" r="99609">
                        <a14:foregroundMark x1="4892" y1="9247" x2="4892" y2="9247"/>
                        <a14:foregroundMark x1="4892" y1="9247" x2="6458" y2="6849"/>
                        <a14:foregroundMark x1="12133" y1="16096" x2="12133" y2="13699"/>
                        <a14:foregroundMark x1="18200" y1="7534" x2="17808" y2="10274"/>
                        <a14:foregroundMark x1="28963" y1="14726" x2="25636" y2="19521"/>
                        <a14:foregroundMark x1="22505" y1="19178" x2="20744" y2="23630"/>
                        <a14:foregroundMark x1="22896" y1="37671" x2="25832" y2="41438"/>
                        <a14:foregroundMark x1="39530" y1="33904" x2="42074" y2="36986"/>
                        <a14:foregroundMark x1="58708" y1="21575" x2="57926" y2="17123"/>
                        <a14:foregroundMark x1="50881" y1="2397" x2="48924" y2="2740"/>
                        <a14:foregroundMark x1="44618" y1="9932" x2="41879" y2="10616"/>
                        <a14:foregroundMark x1="56751" y1="33219" x2="56164" y2="32877"/>
                        <a14:foregroundMark x1="54012" y1="27740" x2="51663" y2="25685"/>
                        <a14:foregroundMark x1="66536" y1="46233" x2="65362" y2="43493"/>
                        <a14:foregroundMark x1="48337" y1="76027" x2="44618" y2="70205"/>
                        <a14:foregroundMark x1="25832" y1="73288" x2="28376" y2="73288"/>
                        <a14:foregroundMark x1="10372" y1="60274" x2="7828" y2="60616"/>
                        <a14:foregroundMark x1="23288" y1="54795" x2="24070" y2="62671"/>
                        <a14:foregroundMark x1="86693" y1="17466" x2="85714" y2="24315"/>
                        <a14:foregroundMark x1="77104" y1="21233" x2="78278" y2="11986"/>
                        <a14:foregroundMark x1="76125" y1="4795" x2="77886" y2="4110"/>
                        <a14:foregroundMark x1="92955" y1="4452" x2="89824" y2="6507"/>
                        <a14:foregroundMark x1="98239" y1="2740" x2="99804" y2="3767"/>
                        <a14:foregroundMark x1="66341" y1="95205" x2="66341" y2="95205"/>
                        <a14:foregroundMark x1="66341" y1="95205" x2="66341" y2="95205"/>
                        <a14:foregroundMark x1="87867" y1="83904" x2="87867" y2="83904"/>
                        <a14:foregroundMark x1="87867" y1="83904" x2="87867" y2="83904"/>
                        <a14:foregroundMark x1="87867" y1="83904" x2="87867" y2="83904"/>
                        <a14:foregroundMark x1="87867" y1="83904" x2="87867" y2="83904"/>
                        <a14:foregroundMark x1="93933" y1="94178" x2="94521" y2="94178"/>
                        <a14:foregroundMark x1="94521" y1="94178" x2="94521" y2="94178"/>
                        <a14:foregroundMark x1="94521" y1="94178" x2="94521" y2="94178"/>
                        <a14:foregroundMark x1="63601" y1="68836" x2="63601" y2="68836"/>
                        <a14:foregroundMark x1="63601" y1="68836" x2="63601" y2="68836"/>
                        <a14:foregroundMark x1="63601" y1="68836" x2="63601" y2="68836"/>
                        <a14:foregroundMark x1="90802" y1="53425" x2="90802" y2="53425"/>
                        <a14:foregroundMark x1="90802" y1="53425" x2="90802" y2="53425"/>
                        <a14:foregroundMark x1="90802" y1="53425" x2="90802" y2="53425"/>
                        <a14:foregroundMark x1="88258" y1="41781" x2="88258" y2="41781"/>
                        <a14:foregroundMark x1="88258" y1="41781" x2="88258" y2="41781"/>
                        <a14:foregroundMark x1="97065" y1="32877" x2="97065" y2="32877"/>
                        <a14:foregroundMark x1="97065" y1="32877" x2="97065" y2="32877"/>
                        <a14:foregroundMark x1="95890" y1="19521" x2="95890" y2="19521"/>
                        <a14:foregroundMark x1="95890" y1="19521" x2="95890" y2="19521"/>
                        <a14:foregroundMark x1="95890" y1="19521" x2="95890" y2="19521"/>
                        <a14:foregroundMark x1="52055" y1="45890" x2="52055" y2="45890"/>
                        <a14:foregroundMark x1="52055" y1="45890" x2="52055" y2="45890"/>
                        <a14:foregroundMark x1="60470" y1="47260" x2="60470" y2="47260"/>
                        <a14:foregroundMark x1="60470" y1="47260" x2="60470" y2="47260"/>
                        <a14:foregroundMark x1="60470" y1="47260" x2="60470" y2="47260"/>
                        <a14:foregroundMark x1="54599" y1="57192" x2="54599" y2="57192"/>
                        <a14:foregroundMark x1="54599" y1="57192" x2="54599" y2="57192"/>
                        <a14:foregroundMark x1="54599" y1="57192" x2="54599" y2="57192"/>
                        <a14:foregroundMark x1="28767" y1="92808" x2="28767" y2="92808"/>
                        <a14:foregroundMark x1="28767" y1="92808" x2="28767" y2="92808"/>
                        <a14:foregroundMark x1="28767" y1="92808" x2="28767" y2="92808"/>
                        <a14:foregroundMark x1="22114" y1="90753" x2="22114" y2="90753"/>
                        <a14:foregroundMark x1="22114" y1="90753" x2="22114" y2="90753"/>
                        <a14:foregroundMark x1="22114" y1="90753" x2="22114" y2="9075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459305" y="5411919"/>
            <a:ext cx="2215535" cy="1266020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B82AC895-15F3-64D7-B581-9DB86D1D53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2055" b="95205" l="4697" r="99609">
                        <a14:foregroundMark x1="4892" y1="9247" x2="4892" y2="9247"/>
                        <a14:foregroundMark x1="4892" y1="9247" x2="6458" y2="6849"/>
                        <a14:foregroundMark x1="12133" y1="16096" x2="12133" y2="13699"/>
                        <a14:foregroundMark x1="18200" y1="7534" x2="17808" y2="10274"/>
                        <a14:foregroundMark x1="28963" y1="14726" x2="25636" y2="19521"/>
                        <a14:foregroundMark x1="22505" y1="19178" x2="20744" y2="23630"/>
                        <a14:foregroundMark x1="22896" y1="37671" x2="25832" y2="41438"/>
                        <a14:foregroundMark x1="39530" y1="33904" x2="42074" y2="36986"/>
                        <a14:foregroundMark x1="58708" y1="21575" x2="57926" y2="17123"/>
                        <a14:foregroundMark x1="50881" y1="2397" x2="48924" y2="2740"/>
                        <a14:foregroundMark x1="44618" y1="9932" x2="41879" y2="10616"/>
                        <a14:foregroundMark x1="56751" y1="33219" x2="56164" y2="32877"/>
                        <a14:foregroundMark x1="54012" y1="27740" x2="51663" y2="25685"/>
                        <a14:foregroundMark x1="66536" y1="46233" x2="65362" y2="43493"/>
                        <a14:foregroundMark x1="48337" y1="76027" x2="44618" y2="70205"/>
                        <a14:foregroundMark x1="25832" y1="73288" x2="28376" y2="73288"/>
                        <a14:foregroundMark x1="10372" y1="60274" x2="7828" y2="60616"/>
                        <a14:foregroundMark x1="23288" y1="54795" x2="24070" y2="62671"/>
                        <a14:foregroundMark x1="86693" y1="17466" x2="85714" y2="24315"/>
                        <a14:foregroundMark x1="77104" y1="21233" x2="78278" y2="11986"/>
                        <a14:foregroundMark x1="76125" y1="4795" x2="77886" y2="4110"/>
                        <a14:foregroundMark x1="92955" y1="4452" x2="89824" y2="6507"/>
                        <a14:foregroundMark x1="98239" y1="2740" x2="99804" y2="3767"/>
                        <a14:foregroundMark x1="66341" y1="95205" x2="66341" y2="95205"/>
                        <a14:foregroundMark x1="66341" y1="95205" x2="66341" y2="95205"/>
                        <a14:foregroundMark x1="87867" y1="83904" x2="87867" y2="83904"/>
                        <a14:foregroundMark x1="87867" y1="83904" x2="87867" y2="83904"/>
                        <a14:foregroundMark x1="87867" y1="83904" x2="87867" y2="83904"/>
                        <a14:foregroundMark x1="87867" y1="83904" x2="87867" y2="83904"/>
                        <a14:foregroundMark x1="93933" y1="94178" x2="94521" y2="94178"/>
                        <a14:foregroundMark x1="94521" y1="94178" x2="94521" y2="94178"/>
                        <a14:foregroundMark x1="94521" y1="94178" x2="94521" y2="94178"/>
                        <a14:foregroundMark x1="63601" y1="68836" x2="63601" y2="68836"/>
                        <a14:foregroundMark x1="63601" y1="68836" x2="63601" y2="68836"/>
                        <a14:foregroundMark x1="63601" y1="68836" x2="63601" y2="68836"/>
                        <a14:foregroundMark x1="90802" y1="53425" x2="90802" y2="53425"/>
                        <a14:foregroundMark x1="90802" y1="53425" x2="90802" y2="53425"/>
                        <a14:foregroundMark x1="90802" y1="53425" x2="90802" y2="53425"/>
                        <a14:foregroundMark x1="88258" y1="41781" x2="88258" y2="41781"/>
                        <a14:foregroundMark x1="88258" y1="41781" x2="88258" y2="41781"/>
                        <a14:foregroundMark x1="97065" y1="32877" x2="97065" y2="32877"/>
                        <a14:foregroundMark x1="97065" y1="32877" x2="97065" y2="32877"/>
                        <a14:foregroundMark x1="95890" y1="19521" x2="95890" y2="19521"/>
                        <a14:foregroundMark x1="95890" y1="19521" x2="95890" y2="19521"/>
                        <a14:foregroundMark x1="95890" y1="19521" x2="95890" y2="19521"/>
                        <a14:foregroundMark x1="52055" y1="45890" x2="52055" y2="45890"/>
                        <a14:foregroundMark x1="52055" y1="45890" x2="52055" y2="45890"/>
                        <a14:foregroundMark x1="60470" y1="47260" x2="60470" y2="47260"/>
                        <a14:foregroundMark x1="60470" y1="47260" x2="60470" y2="47260"/>
                        <a14:foregroundMark x1="60470" y1="47260" x2="60470" y2="47260"/>
                        <a14:foregroundMark x1="54599" y1="57192" x2="54599" y2="57192"/>
                        <a14:foregroundMark x1="54599" y1="57192" x2="54599" y2="57192"/>
                        <a14:foregroundMark x1="54599" y1="57192" x2="54599" y2="57192"/>
                        <a14:foregroundMark x1="28767" y1="92808" x2="28767" y2="92808"/>
                        <a14:foregroundMark x1="28767" y1="92808" x2="28767" y2="92808"/>
                        <a14:foregroundMark x1="28767" y1="92808" x2="28767" y2="92808"/>
                        <a14:foregroundMark x1="22114" y1="90753" x2="22114" y2="90753"/>
                        <a14:foregroundMark x1="22114" y1="90753" x2="22114" y2="90753"/>
                        <a14:foregroundMark x1="22114" y1="90753" x2="22114" y2="9075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645334" y="2651809"/>
            <a:ext cx="2215535" cy="1266020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97561D97-9E5B-D807-18C1-6D2060794C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2055" b="95205" l="4697" r="99609">
                        <a14:foregroundMark x1="4892" y1="9247" x2="4892" y2="9247"/>
                        <a14:foregroundMark x1="4892" y1="9247" x2="6458" y2="6849"/>
                        <a14:foregroundMark x1="12133" y1="16096" x2="12133" y2="13699"/>
                        <a14:foregroundMark x1="18200" y1="7534" x2="17808" y2="10274"/>
                        <a14:foregroundMark x1="28963" y1="14726" x2="25636" y2="19521"/>
                        <a14:foregroundMark x1="22505" y1="19178" x2="20744" y2="23630"/>
                        <a14:foregroundMark x1="22896" y1="37671" x2="25832" y2="41438"/>
                        <a14:foregroundMark x1="39530" y1="33904" x2="42074" y2="36986"/>
                        <a14:foregroundMark x1="58708" y1="21575" x2="57926" y2="17123"/>
                        <a14:foregroundMark x1="50881" y1="2397" x2="48924" y2="2740"/>
                        <a14:foregroundMark x1="44618" y1="9932" x2="41879" y2="10616"/>
                        <a14:foregroundMark x1="56751" y1="33219" x2="56164" y2="32877"/>
                        <a14:foregroundMark x1="54012" y1="27740" x2="51663" y2="25685"/>
                        <a14:foregroundMark x1="66536" y1="46233" x2="65362" y2="43493"/>
                        <a14:foregroundMark x1="48337" y1="76027" x2="44618" y2="70205"/>
                        <a14:foregroundMark x1="25832" y1="73288" x2="28376" y2="73288"/>
                        <a14:foregroundMark x1="10372" y1="60274" x2="7828" y2="60616"/>
                        <a14:foregroundMark x1="23288" y1="54795" x2="24070" y2="62671"/>
                        <a14:foregroundMark x1="86693" y1="17466" x2="85714" y2="24315"/>
                        <a14:foregroundMark x1="77104" y1="21233" x2="78278" y2="11986"/>
                        <a14:foregroundMark x1="76125" y1="4795" x2="77886" y2="4110"/>
                        <a14:foregroundMark x1="92955" y1="4452" x2="89824" y2="6507"/>
                        <a14:foregroundMark x1="98239" y1="2740" x2="99804" y2="3767"/>
                        <a14:foregroundMark x1="66341" y1="95205" x2="66341" y2="95205"/>
                        <a14:foregroundMark x1="66341" y1="95205" x2="66341" y2="95205"/>
                        <a14:foregroundMark x1="87867" y1="83904" x2="87867" y2="83904"/>
                        <a14:foregroundMark x1="87867" y1="83904" x2="87867" y2="83904"/>
                        <a14:foregroundMark x1="87867" y1="83904" x2="87867" y2="83904"/>
                        <a14:foregroundMark x1="87867" y1="83904" x2="87867" y2="83904"/>
                        <a14:foregroundMark x1="93933" y1="94178" x2="94521" y2="94178"/>
                        <a14:foregroundMark x1="94521" y1="94178" x2="94521" y2="94178"/>
                        <a14:foregroundMark x1="94521" y1="94178" x2="94521" y2="94178"/>
                        <a14:foregroundMark x1="63601" y1="68836" x2="63601" y2="68836"/>
                        <a14:foregroundMark x1="63601" y1="68836" x2="63601" y2="68836"/>
                        <a14:foregroundMark x1="63601" y1="68836" x2="63601" y2="68836"/>
                        <a14:foregroundMark x1="90802" y1="53425" x2="90802" y2="53425"/>
                        <a14:foregroundMark x1="90802" y1="53425" x2="90802" y2="53425"/>
                        <a14:foregroundMark x1="90802" y1="53425" x2="90802" y2="53425"/>
                        <a14:foregroundMark x1="88258" y1="41781" x2="88258" y2="41781"/>
                        <a14:foregroundMark x1="88258" y1="41781" x2="88258" y2="41781"/>
                        <a14:foregroundMark x1="97065" y1="32877" x2="97065" y2="32877"/>
                        <a14:foregroundMark x1="97065" y1="32877" x2="97065" y2="32877"/>
                        <a14:foregroundMark x1="95890" y1="19521" x2="95890" y2="19521"/>
                        <a14:foregroundMark x1="95890" y1="19521" x2="95890" y2="19521"/>
                        <a14:foregroundMark x1="95890" y1="19521" x2="95890" y2="19521"/>
                        <a14:foregroundMark x1="52055" y1="45890" x2="52055" y2="45890"/>
                        <a14:foregroundMark x1="52055" y1="45890" x2="52055" y2="45890"/>
                        <a14:foregroundMark x1="60470" y1="47260" x2="60470" y2="47260"/>
                        <a14:foregroundMark x1="60470" y1="47260" x2="60470" y2="47260"/>
                        <a14:foregroundMark x1="60470" y1="47260" x2="60470" y2="47260"/>
                        <a14:foregroundMark x1="54599" y1="57192" x2="54599" y2="57192"/>
                        <a14:foregroundMark x1="54599" y1="57192" x2="54599" y2="57192"/>
                        <a14:foregroundMark x1="54599" y1="57192" x2="54599" y2="57192"/>
                        <a14:foregroundMark x1="28767" y1="92808" x2="28767" y2="92808"/>
                        <a14:foregroundMark x1="28767" y1="92808" x2="28767" y2="92808"/>
                        <a14:foregroundMark x1="28767" y1="92808" x2="28767" y2="92808"/>
                        <a14:foregroundMark x1="22114" y1="90753" x2="22114" y2="90753"/>
                        <a14:foregroundMark x1="22114" y1="90753" x2="22114" y2="90753"/>
                        <a14:foregroundMark x1="22114" y1="90753" x2="22114" y2="9075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375998" y="617882"/>
            <a:ext cx="2215535" cy="1266020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E8211096-2C51-278B-52AC-424FF9B6CF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2055" b="95205" l="4697" r="99609">
                        <a14:foregroundMark x1="4892" y1="9247" x2="4892" y2="9247"/>
                        <a14:foregroundMark x1="4892" y1="9247" x2="6458" y2="6849"/>
                        <a14:foregroundMark x1="12133" y1="16096" x2="12133" y2="13699"/>
                        <a14:foregroundMark x1="18200" y1="7534" x2="17808" y2="10274"/>
                        <a14:foregroundMark x1="28963" y1="14726" x2="25636" y2="19521"/>
                        <a14:foregroundMark x1="22505" y1="19178" x2="20744" y2="23630"/>
                        <a14:foregroundMark x1="22896" y1="37671" x2="25832" y2="41438"/>
                        <a14:foregroundMark x1="39530" y1="33904" x2="42074" y2="36986"/>
                        <a14:foregroundMark x1="58708" y1="21575" x2="57926" y2="17123"/>
                        <a14:foregroundMark x1="50881" y1="2397" x2="48924" y2="2740"/>
                        <a14:foregroundMark x1="44618" y1="9932" x2="41879" y2="10616"/>
                        <a14:foregroundMark x1="56751" y1="33219" x2="56164" y2="32877"/>
                        <a14:foregroundMark x1="54012" y1="27740" x2="51663" y2="25685"/>
                        <a14:foregroundMark x1="66536" y1="46233" x2="65362" y2="43493"/>
                        <a14:foregroundMark x1="48337" y1="76027" x2="44618" y2="70205"/>
                        <a14:foregroundMark x1="25832" y1="73288" x2="28376" y2="73288"/>
                        <a14:foregroundMark x1="10372" y1="60274" x2="7828" y2="60616"/>
                        <a14:foregroundMark x1="23288" y1="54795" x2="24070" y2="62671"/>
                        <a14:foregroundMark x1="86693" y1="17466" x2="85714" y2="24315"/>
                        <a14:foregroundMark x1="77104" y1="21233" x2="78278" y2="11986"/>
                        <a14:foregroundMark x1="76125" y1="4795" x2="77886" y2="4110"/>
                        <a14:foregroundMark x1="92955" y1="4452" x2="89824" y2="6507"/>
                        <a14:foregroundMark x1="98239" y1="2740" x2="99804" y2="3767"/>
                        <a14:foregroundMark x1="66341" y1="95205" x2="66341" y2="95205"/>
                        <a14:foregroundMark x1="66341" y1="95205" x2="66341" y2="95205"/>
                        <a14:foregroundMark x1="87867" y1="83904" x2="87867" y2="83904"/>
                        <a14:foregroundMark x1="87867" y1="83904" x2="87867" y2="83904"/>
                        <a14:foregroundMark x1="87867" y1="83904" x2="87867" y2="83904"/>
                        <a14:foregroundMark x1="87867" y1="83904" x2="87867" y2="83904"/>
                        <a14:foregroundMark x1="93933" y1="94178" x2="94521" y2="94178"/>
                        <a14:foregroundMark x1="94521" y1="94178" x2="94521" y2="94178"/>
                        <a14:foregroundMark x1="94521" y1="94178" x2="94521" y2="94178"/>
                        <a14:foregroundMark x1="63601" y1="68836" x2="63601" y2="68836"/>
                        <a14:foregroundMark x1="63601" y1="68836" x2="63601" y2="68836"/>
                        <a14:foregroundMark x1="63601" y1="68836" x2="63601" y2="68836"/>
                        <a14:foregroundMark x1="90802" y1="53425" x2="90802" y2="53425"/>
                        <a14:foregroundMark x1="90802" y1="53425" x2="90802" y2="53425"/>
                        <a14:foregroundMark x1="90802" y1="53425" x2="90802" y2="53425"/>
                        <a14:foregroundMark x1="88258" y1="41781" x2="88258" y2="41781"/>
                        <a14:foregroundMark x1="88258" y1="41781" x2="88258" y2="41781"/>
                        <a14:foregroundMark x1="97065" y1="32877" x2="97065" y2="32877"/>
                        <a14:foregroundMark x1="97065" y1="32877" x2="97065" y2="32877"/>
                        <a14:foregroundMark x1="95890" y1="19521" x2="95890" y2="19521"/>
                        <a14:foregroundMark x1="95890" y1="19521" x2="95890" y2="19521"/>
                        <a14:foregroundMark x1="95890" y1="19521" x2="95890" y2="19521"/>
                        <a14:foregroundMark x1="52055" y1="45890" x2="52055" y2="45890"/>
                        <a14:foregroundMark x1="52055" y1="45890" x2="52055" y2="45890"/>
                        <a14:foregroundMark x1="60470" y1="47260" x2="60470" y2="47260"/>
                        <a14:foregroundMark x1="60470" y1="47260" x2="60470" y2="47260"/>
                        <a14:foregroundMark x1="60470" y1="47260" x2="60470" y2="47260"/>
                        <a14:foregroundMark x1="54599" y1="57192" x2="54599" y2="57192"/>
                        <a14:foregroundMark x1="54599" y1="57192" x2="54599" y2="57192"/>
                        <a14:foregroundMark x1="54599" y1="57192" x2="54599" y2="57192"/>
                        <a14:foregroundMark x1="28767" y1="92808" x2="28767" y2="92808"/>
                        <a14:foregroundMark x1="28767" y1="92808" x2="28767" y2="92808"/>
                        <a14:foregroundMark x1="28767" y1="92808" x2="28767" y2="92808"/>
                        <a14:foregroundMark x1="22114" y1="90753" x2="22114" y2="90753"/>
                        <a14:foregroundMark x1="22114" y1="90753" x2="22114" y2="90753"/>
                        <a14:foregroundMark x1="22114" y1="90753" x2="22114" y2="9075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645334" y="222531"/>
            <a:ext cx="1838664" cy="1050665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FD06E971-26EC-5D22-E888-7150D2146F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2055" b="95205" l="4697" r="99609">
                        <a14:foregroundMark x1="4892" y1="9247" x2="4892" y2="9247"/>
                        <a14:foregroundMark x1="4892" y1="9247" x2="6458" y2="6849"/>
                        <a14:foregroundMark x1="12133" y1="16096" x2="12133" y2="13699"/>
                        <a14:foregroundMark x1="18200" y1="7534" x2="17808" y2="10274"/>
                        <a14:foregroundMark x1="28963" y1="14726" x2="25636" y2="19521"/>
                        <a14:foregroundMark x1="22505" y1="19178" x2="20744" y2="23630"/>
                        <a14:foregroundMark x1="22896" y1="37671" x2="25832" y2="41438"/>
                        <a14:foregroundMark x1="39530" y1="33904" x2="42074" y2="36986"/>
                        <a14:foregroundMark x1="58708" y1="21575" x2="57926" y2="17123"/>
                        <a14:foregroundMark x1="50881" y1="2397" x2="48924" y2="2740"/>
                        <a14:foregroundMark x1="44618" y1="9932" x2="41879" y2="10616"/>
                        <a14:foregroundMark x1="56751" y1="33219" x2="56164" y2="32877"/>
                        <a14:foregroundMark x1="54012" y1="27740" x2="51663" y2="25685"/>
                        <a14:foregroundMark x1="66536" y1="46233" x2="65362" y2="43493"/>
                        <a14:foregroundMark x1="48337" y1="76027" x2="44618" y2="70205"/>
                        <a14:foregroundMark x1="25832" y1="73288" x2="28376" y2="73288"/>
                        <a14:foregroundMark x1="10372" y1="60274" x2="7828" y2="60616"/>
                        <a14:foregroundMark x1="23288" y1="54795" x2="24070" y2="62671"/>
                        <a14:foregroundMark x1="86693" y1="17466" x2="85714" y2="24315"/>
                        <a14:foregroundMark x1="77104" y1="21233" x2="78278" y2="11986"/>
                        <a14:foregroundMark x1="76125" y1="4795" x2="77886" y2="4110"/>
                        <a14:foregroundMark x1="92955" y1="4452" x2="89824" y2="6507"/>
                        <a14:foregroundMark x1="98239" y1="2740" x2="99804" y2="3767"/>
                        <a14:foregroundMark x1="66341" y1="95205" x2="66341" y2="95205"/>
                        <a14:foregroundMark x1="66341" y1="95205" x2="66341" y2="95205"/>
                        <a14:foregroundMark x1="87867" y1="83904" x2="87867" y2="83904"/>
                        <a14:foregroundMark x1="87867" y1="83904" x2="87867" y2="83904"/>
                        <a14:foregroundMark x1="87867" y1="83904" x2="87867" y2="83904"/>
                        <a14:foregroundMark x1="87867" y1="83904" x2="87867" y2="83904"/>
                        <a14:foregroundMark x1="93933" y1="94178" x2="94521" y2="94178"/>
                        <a14:foregroundMark x1="94521" y1="94178" x2="94521" y2="94178"/>
                        <a14:foregroundMark x1="94521" y1="94178" x2="94521" y2="94178"/>
                        <a14:foregroundMark x1="63601" y1="68836" x2="63601" y2="68836"/>
                        <a14:foregroundMark x1="63601" y1="68836" x2="63601" y2="68836"/>
                        <a14:foregroundMark x1="63601" y1="68836" x2="63601" y2="68836"/>
                        <a14:foregroundMark x1="90802" y1="53425" x2="90802" y2="53425"/>
                        <a14:foregroundMark x1="90802" y1="53425" x2="90802" y2="53425"/>
                        <a14:foregroundMark x1="90802" y1="53425" x2="90802" y2="53425"/>
                        <a14:foregroundMark x1="88258" y1="41781" x2="88258" y2="41781"/>
                        <a14:foregroundMark x1="88258" y1="41781" x2="88258" y2="41781"/>
                        <a14:foregroundMark x1="97065" y1="32877" x2="97065" y2="32877"/>
                        <a14:foregroundMark x1="97065" y1="32877" x2="97065" y2="32877"/>
                        <a14:foregroundMark x1="95890" y1="19521" x2="95890" y2="19521"/>
                        <a14:foregroundMark x1="95890" y1="19521" x2="95890" y2="19521"/>
                        <a14:foregroundMark x1="95890" y1="19521" x2="95890" y2="19521"/>
                        <a14:foregroundMark x1="52055" y1="45890" x2="52055" y2="45890"/>
                        <a14:foregroundMark x1="52055" y1="45890" x2="52055" y2="45890"/>
                        <a14:foregroundMark x1="60470" y1="47260" x2="60470" y2="47260"/>
                        <a14:foregroundMark x1="60470" y1="47260" x2="60470" y2="47260"/>
                        <a14:foregroundMark x1="60470" y1="47260" x2="60470" y2="47260"/>
                        <a14:foregroundMark x1="54599" y1="57192" x2="54599" y2="57192"/>
                        <a14:foregroundMark x1="54599" y1="57192" x2="54599" y2="57192"/>
                        <a14:foregroundMark x1="54599" y1="57192" x2="54599" y2="57192"/>
                        <a14:foregroundMark x1="28767" y1="92808" x2="28767" y2="92808"/>
                        <a14:foregroundMark x1="28767" y1="92808" x2="28767" y2="92808"/>
                        <a14:foregroundMark x1="28767" y1="92808" x2="28767" y2="92808"/>
                        <a14:foregroundMark x1="22114" y1="90753" x2="22114" y2="90753"/>
                        <a14:foregroundMark x1="22114" y1="90753" x2="22114" y2="90753"/>
                        <a14:foregroundMark x1="22114" y1="90753" x2="22114" y2="9075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493176" y="948595"/>
            <a:ext cx="1838664" cy="1050665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CBA8A8C8-B966-C022-C454-3F27FCD13B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2055" b="95205" l="4697" r="99609">
                        <a14:foregroundMark x1="4892" y1="9247" x2="4892" y2="9247"/>
                        <a14:foregroundMark x1="4892" y1="9247" x2="6458" y2="6849"/>
                        <a14:foregroundMark x1="12133" y1="16096" x2="12133" y2="13699"/>
                        <a14:foregroundMark x1="18200" y1="7534" x2="17808" y2="10274"/>
                        <a14:foregroundMark x1="28963" y1="14726" x2="25636" y2="19521"/>
                        <a14:foregroundMark x1="22505" y1="19178" x2="20744" y2="23630"/>
                        <a14:foregroundMark x1="22896" y1="37671" x2="25832" y2="41438"/>
                        <a14:foregroundMark x1="39530" y1="33904" x2="42074" y2="36986"/>
                        <a14:foregroundMark x1="58708" y1="21575" x2="57926" y2="17123"/>
                        <a14:foregroundMark x1="50881" y1="2397" x2="48924" y2="2740"/>
                        <a14:foregroundMark x1="44618" y1="9932" x2="41879" y2="10616"/>
                        <a14:foregroundMark x1="56751" y1="33219" x2="56164" y2="32877"/>
                        <a14:foregroundMark x1="54012" y1="27740" x2="51663" y2="25685"/>
                        <a14:foregroundMark x1="66536" y1="46233" x2="65362" y2="43493"/>
                        <a14:foregroundMark x1="48337" y1="76027" x2="44618" y2="70205"/>
                        <a14:foregroundMark x1="25832" y1="73288" x2="28376" y2="73288"/>
                        <a14:foregroundMark x1="10372" y1="60274" x2="7828" y2="60616"/>
                        <a14:foregroundMark x1="23288" y1="54795" x2="24070" y2="62671"/>
                        <a14:foregroundMark x1="86693" y1="17466" x2="85714" y2="24315"/>
                        <a14:foregroundMark x1="77104" y1="21233" x2="78278" y2="11986"/>
                        <a14:foregroundMark x1="76125" y1="4795" x2="77886" y2="4110"/>
                        <a14:foregroundMark x1="92955" y1="4452" x2="89824" y2="6507"/>
                        <a14:foregroundMark x1="98239" y1="2740" x2="99804" y2="3767"/>
                        <a14:foregroundMark x1="66341" y1="95205" x2="66341" y2="95205"/>
                        <a14:foregroundMark x1="66341" y1="95205" x2="66341" y2="95205"/>
                        <a14:foregroundMark x1="87867" y1="83904" x2="87867" y2="83904"/>
                        <a14:foregroundMark x1="87867" y1="83904" x2="87867" y2="83904"/>
                        <a14:foregroundMark x1="87867" y1="83904" x2="87867" y2="83904"/>
                        <a14:foregroundMark x1="87867" y1="83904" x2="87867" y2="83904"/>
                        <a14:foregroundMark x1="93933" y1="94178" x2="94521" y2="94178"/>
                        <a14:foregroundMark x1="94521" y1="94178" x2="94521" y2="94178"/>
                        <a14:foregroundMark x1="94521" y1="94178" x2="94521" y2="94178"/>
                        <a14:foregroundMark x1="63601" y1="68836" x2="63601" y2="68836"/>
                        <a14:foregroundMark x1="63601" y1="68836" x2="63601" y2="68836"/>
                        <a14:foregroundMark x1="63601" y1="68836" x2="63601" y2="68836"/>
                        <a14:foregroundMark x1="90802" y1="53425" x2="90802" y2="53425"/>
                        <a14:foregroundMark x1="90802" y1="53425" x2="90802" y2="53425"/>
                        <a14:foregroundMark x1="90802" y1="53425" x2="90802" y2="53425"/>
                        <a14:foregroundMark x1="88258" y1="41781" x2="88258" y2="41781"/>
                        <a14:foregroundMark x1="88258" y1="41781" x2="88258" y2="41781"/>
                        <a14:foregroundMark x1="97065" y1="32877" x2="97065" y2="32877"/>
                        <a14:foregroundMark x1="97065" y1="32877" x2="97065" y2="32877"/>
                        <a14:foregroundMark x1="95890" y1="19521" x2="95890" y2="19521"/>
                        <a14:foregroundMark x1="95890" y1="19521" x2="95890" y2="19521"/>
                        <a14:foregroundMark x1="95890" y1="19521" x2="95890" y2="19521"/>
                        <a14:foregroundMark x1="52055" y1="45890" x2="52055" y2="45890"/>
                        <a14:foregroundMark x1="52055" y1="45890" x2="52055" y2="45890"/>
                        <a14:foregroundMark x1="60470" y1="47260" x2="60470" y2="47260"/>
                        <a14:foregroundMark x1="60470" y1="47260" x2="60470" y2="47260"/>
                        <a14:foregroundMark x1="60470" y1="47260" x2="60470" y2="47260"/>
                        <a14:foregroundMark x1="54599" y1="57192" x2="54599" y2="57192"/>
                        <a14:foregroundMark x1="54599" y1="57192" x2="54599" y2="57192"/>
                        <a14:foregroundMark x1="54599" y1="57192" x2="54599" y2="57192"/>
                        <a14:foregroundMark x1="28767" y1="92808" x2="28767" y2="92808"/>
                        <a14:foregroundMark x1="28767" y1="92808" x2="28767" y2="92808"/>
                        <a14:foregroundMark x1="28767" y1="92808" x2="28767" y2="92808"/>
                        <a14:foregroundMark x1="22114" y1="90753" x2="22114" y2="90753"/>
                        <a14:foregroundMark x1="22114" y1="90753" x2="22114" y2="90753"/>
                        <a14:foregroundMark x1="22114" y1="90753" x2="22114" y2="9075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830926" y="230295"/>
            <a:ext cx="1838664" cy="1050665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7E6242C4-42E2-505D-0C06-F589ECB209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2055" b="95205" l="4697" r="99609">
                        <a14:foregroundMark x1="4892" y1="9247" x2="4892" y2="9247"/>
                        <a14:foregroundMark x1="4892" y1="9247" x2="6458" y2="6849"/>
                        <a14:foregroundMark x1="12133" y1="16096" x2="12133" y2="13699"/>
                        <a14:foregroundMark x1="18200" y1="7534" x2="17808" y2="10274"/>
                        <a14:foregroundMark x1="28963" y1="14726" x2="25636" y2="19521"/>
                        <a14:foregroundMark x1="22505" y1="19178" x2="20744" y2="23630"/>
                        <a14:foregroundMark x1="22896" y1="37671" x2="25832" y2="41438"/>
                        <a14:foregroundMark x1="39530" y1="33904" x2="42074" y2="36986"/>
                        <a14:foregroundMark x1="58708" y1="21575" x2="57926" y2="17123"/>
                        <a14:foregroundMark x1="50881" y1="2397" x2="48924" y2="2740"/>
                        <a14:foregroundMark x1="44618" y1="9932" x2="41879" y2="10616"/>
                        <a14:foregroundMark x1="56751" y1="33219" x2="56164" y2="32877"/>
                        <a14:foregroundMark x1="54012" y1="27740" x2="51663" y2="25685"/>
                        <a14:foregroundMark x1="66536" y1="46233" x2="65362" y2="43493"/>
                        <a14:foregroundMark x1="48337" y1="76027" x2="44618" y2="70205"/>
                        <a14:foregroundMark x1="25832" y1="73288" x2="28376" y2="73288"/>
                        <a14:foregroundMark x1="10372" y1="60274" x2="7828" y2="60616"/>
                        <a14:foregroundMark x1="23288" y1="54795" x2="24070" y2="62671"/>
                        <a14:foregroundMark x1="86693" y1="17466" x2="85714" y2="24315"/>
                        <a14:foregroundMark x1="77104" y1="21233" x2="78278" y2="11986"/>
                        <a14:foregroundMark x1="76125" y1="4795" x2="77886" y2="4110"/>
                        <a14:foregroundMark x1="92955" y1="4452" x2="89824" y2="6507"/>
                        <a14:foregroundMark x1="98239" y1="2740" x2="99804" y2="3767"/>
                        <a14:foregroundMark x1="66341" y1="95205" x2="66341" y2="95205"/>
                        <a14:foregroundMark x1="66341" y1="95205" x2="66341" y2="95205"/>
                        <a14:foregroundMark x1="87867" y1="83904" x2="87867" y2="83904"/>
                        <a14:foregroundMark x1="87867" y1="83904" x2="87867" y2="83904"/>
                        <a14:foregroundMark x1="87867" y1="83904" x2="87867" y2="83904"/>
                        <a14:foregroundMark x1="87867" y1="83904" x2="87867" y2="83904"/>
                        <a14:foregroundMark x1="93933" y1="94178" x2="94521" y2="94178"/>
                        <a14:foregroundMark x1="94521" y1="94178" x2="94521" y2="94178"/>
                        <a14:foregroundMark x1="94521" y1="94178" x2="94521" y2="94178"/>
                        <a14:foregroundMark x1="63601" y1="68836" x2="63601" y2="68836"/>
                        <a14:foregroundMark x1="63601" y1="68836" x2="63601" y2="68836"/>
                        <a14:foregroundMark x1="63601" y1="68836" x2="63601" y2="68836"/>
                        <a14:foregroundMark x1="90802" y1="53425" x2="90802" y2="53425"/>
                        <a14:foregroundMark x1="90802" y1="53425" x2="90802" y2="53425"/>
                        <a14:foregroundMark x1="90802" y1="53425" x2="90802" y2="53425"/>
                        <a14:foregroundMark x1="88258" y1="41781" x2="88258" y2="41781"/>
                        <a14:foregroundMark x1="88258" y1="41781" x2="88258" y2="41781"/>
                        <a14:foregroundMark x1="97065" y1="32877" x2="97065" y2="32877"/>
                        <a14:foregroundMark x1="97065" y1="32877" x2="97065" y2="32877"/>
                        <a14:foregroundMark x1="95890" y1="19521" x2="95890" y2="19521"/>
                        <a14:foregroundMark x1="95890" y1="19521" x2="95890" y2="19521"/>
                        <a14:foregroundMark x1="95890" y1="19521" x2="95890" y2="19521"/>
                        <a14:foregroundMark x1="52055" y1="45890" x2="52055" y2="45890"/>
                        <a14:foregroundMark x1="52055" y1="45890" x2="52055" y2="45890"/>
                        <a14:foregroundMark x1="60470" y1="47260" x2="60470" y2="47260"/>
                        <a14:foregroundMark x1="60470" y1="47260" x2="60470" y2="47260"/>
                        <a14:foregroundMark x1="60470" y1="47260" x2="60470" y2="47260"/>
                        <a14:foregroundMark x1="54599" y1="57192" x2="54599" y2="57192"/>
                        <a14:foregroundMark x1="54599" y1="57192" x2="54599" y2="57192"/>
                        <a14:foregroundMark x1="54599" y1="57192" x2="54599" y2="57192"/>
                        <a14:foregroundMark x1="28767" y1="92808" x2="28767" y2="92808"/>
                        <a14:foregroundMark x1="28767" y1="92808" x2="28767" y2="92808"/>
                        <a14:foregroundMark x1="28767" y1="92808" x2="28767" y2="92808"/>
                        <a14:foregroundMark x1="22114" y1="90753" x2="22114" y2="90753"/>
                        <a14:foregroundMark x1="22114" y1="90753" x2="22114" y2="90753"/>
                        <a14:foregroundMark x1="22114" y1="90753" x2="22114" y2="9075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10679" y="352511"/>
            <a:ext cx="1838664" cy="1050665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41C63FA9-46DD-0E6C-07BC-087A630F83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2055" b="95205" l="4697" r="99609">
                        <a14:foregroundMark x1="4892" y1="9247" x2="4892" y2="9247"/>
                        <a14:foregroundMark x1="4892" y1="9247" x2="6458" y2="6849"/>
                        <a14:foregroundMark x1="12133" y1="16096" x2="12133" y2="13699"/>
                        <a14:foregroundMark x1="18200" y1="7534" x2="17808" y2="10274"/>
                        <a14:foregroundMark x1="28963" y1="14726" x2="25636" y2="19521"/>
                        <a14:foregroundMark x1="22505" y1="19178" x2="20744" y2="23630"/>
                        <a14:foregroundMark x1="22896" y1="37671" x2="25832" y2="41438"/>
                        <a14:foregroundMark x1="39530" y1="33904" x2="42074" y2="36986"/>
                        <a14:foregroundMark x1="58708" y1="21575" x2="57926" y2="17123"/>
                        <a14:foregroundMark x1="50881" y1="2397" x2="48924" y2="2740"/>
                        <a14:foregroundMark x1="44618" y1="9932" x2="41879" y2="10616"/>
                        <a14:foregroundMark x1="56751" y1="33219" x2="56164" y2="32877"/>
                        <a14:foregroundMark x1="54012" y1="27740" x2="51663" y2="25685"/>
                        <a14:foregroundMark x1="66536" y1="46233" x2="65362" y2="43493"/>
                        <a14:foregroundMark x1="48337" y1="76027" x2="44618" y2="70205"/>
                        <a14:foregroundMark x1="25832" y1="73288" x2="28376" y2="73288"/>
                        <a14:foregroundMark x1="10372" y1="60274" x2="7828" y2="60616"/>
                        <a14:foregroundMark x1="23288" y1="54795" x2="24070" y2="62671"/>
                        <a14:foregroundMark x1="86693" y1="17466" x2="85714" y2="24315"/>
                        <a14:foregroundMark x1="77104" y1="21233" x2="78278" y2="11986"/>
                        <a14:foregroundMark x1="76125" y1="4795" x2="77886" y2="4110"/>
                        <a14:foregroundMark x1="92955" y1="4452" x2="89824" y2="6507"/>
                        <a14:foregroundMark x1="98239" y1="2740" x2="99804" y2="3767"/>
                        <a14:foregroundMark x1="66341" y1="95205" x2="66341" y2="95205"/>
                        <a14:foregroundMark x1="66341" y1="95205" x2="66341" y2="95205"/>
                        <a14:foregroundMark x1="87867" y1="83904" x2="87867" y2="83904"/>
                        <a14:foregroundMark x1="87867" y1="83904" x2="87867" y2="83904"/>
                        <a14:foregroundMark x1="87867" y1="83904" x2="87867" y2="83904"/>
                        <a14:foregroundMark x1="87867" y1="83904" x2="87867" y2="83904"/>
                        <a14:foregroundMark x1="93933" y1="94178" x2="94521" y2="94178"/>
                        <a14:foregroundMark x1="94521" y1="94178" x2="94521" y2="94178"/>
                        <a14:foregroundMark x1="94521" y1="94178" x2="94521" y2="94178"/>
                        <a14:foregroundMark x1="63601" y1="68836" x2="63601" y2="68836"/>
                        <a14:foregroundMark x1="63601" y1="68836" x2="63601" y2="68836"/>
                        <a14:foregroundMark x1="63601" y1="68836" x2="63601" y2="68836"/>
                        <a14:foregroundMark x1="90802" y1="53425" x2="90802" y2="53425"/>
                        <a14:foregroundMark x1="90802" y1="53425" x2="90802" y2="53425"/>
                        <a14:foregroundMark x1="90802" y1="53425" x2="90802" y2="53425"/>
                        <a14:foregroundMark x1="88258" y1="41781" x2="88258" y2="41781"/>
                        <a14:foregroundMark x1="88258" y1="41781" x2="88258" y2="41781"/>
                        <a14:foregroundMark x1="97065" y1="32877" x2="97065" y2="32877"/>
                        <a14:foregroundMark x1="97065" y1="32877" x2="97065" y2="32877"/>
                        <a14:foregroundMark x1="95890" y1="19521" x2="95890" y2="19521"/>
                        <a14:foregroundMark x1="95890" y1="19521" x2="95890" y2="19521"/>
                        <a14:foregroundMark x1="95890" y1="19521" x2="95890" y2="19521"/>
                        <a14:foregroundMark x1="52055" y1="45890" x2="52055" y2="45890"/>
                        <a14:foregroundMark x1="52055" y1="45890" x2="52055" y2="45890"/>
                        <a14:foregroundMark x1="60470" y1="47260" x2="60470" y2="47260"/>
                        <a14:foregroundMark x1="60470" y1="47260" x2="60470" y2="47260"/>
                        <a14:foregroundMark x1="60470" y1="47260" x2="60470" y2="47260"/>
                        <a14:foregroundMark x1="54599" y1="57192" x2="54599" y2="57192"/>
                        <a14:foregroundMark x1="54599" y1="57192" x2="54599" y2="57192"/>
                        <a14:foregroundMark x1="54599" y1="57192" x2="54599" y2="57192"/>
                        <a14:foregroundMark x1="28767" y1="92808" x2="28767" y2="92808"/>
                        <a14:foregroundMark x1="28767" y1="92808" x2="28767" y2="92808"/>
                        <a14:foregroundMark x1="28767" y1="92808" x2="28767" y2="92808"/>
                        <a14:foregroundMark x1="22114" y1="90753" x2="22114" y2="90753"/>
                        <a14:foregroundMark x1="22114" y1="90753" x2="22114" y2="90753"/>
                        <a14:foregroundMark x1="22114" y1="90753" x2="22114" y2="9075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31131" y="1740361"/>
            <a:ext cx="1838664" cy="1050665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DB16F722-7901-CEE5-F0A5-0483A06193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2055" b="95205" l="4697" r="99609">
                        <a14:foregroundMark x1="4892" y1="9247" x2="4892" y2="9247"/>
                        <a14:foregroundMark x1="4892" y1="9247" x2="6458" y2="6849"/>
                        <a14:foregroundMark x1="12133" y1="16096" x2="12133" y2="13699"/>
                        <a14:foregroundMark x1="18200" y1="7534" x2="17808" y2="10274"/>
                        <a14:foregroundMark x1="28963" y1="14726" x2="25636" y2="19521"/>
                        <a14:foregroundMark x1="22505" y1="19178" x2="20744" y2="23630"/>
                        <a14:foregroundMark x1="22896" y1="37671" x2="25832" y2="41438"/>
                        <a14:foregroundMark x1="39530" y1="33904" x2="42074" y2="36986"/>
                        <a14:foregroundMark x1="58708" y1="21575" x2="57926" y2="17123"/>
                        <a14:foregroundMark x1="50881" y1="2397" x2="48924" y2="2740"/>
                        <a14:foregroundMark x1="44618" y1="9932" x2="41879" y2="10616"/>
                        <a14:foregroundMark x1="56751" y1="33219" x2="56164" y2="32877"/>
                        <a14:foregroundMark x1="54012" y1="27740" x2="51663" y2="25685"/>
                        <a14:foregroundMark x1="66536" y1="46233" x2="65362" y2="43493"/>
                        <a14:foregroundMark x1="48337" y1="76027" x2="44618" y2="70205"/>
                        <a14:foregroundMark x1="25832" y1="73288" x2="28376" y2="73288"/>
                        <a14:foregroundMark x1="10372" y1="60274" x2="7828" y2="60616"/>
                        <a14:foregroundMark x1="23288" y1="54795" x2="24070" y2="62671"/>
                        <a14:foregroundMark x1="86693" y1="17466" x2="85714" y2="24315"/>
                        <a14:foregroundMark x1="77104" y1="21233" x2="78278" y2="11986"/>
                        <a14:foregroundMark x1="76125" y1="4795" x2="77886" y2="4110"/>
                        <a14:foregroundMark x1="92955" y1="4452" x2="89824" y2="6507"/>
                        <a14:foregroundMark x1="98239" y1="2740" x2="99804" y2="3767"/>
                        <a14:foregroundMark x1="66341" y1="95205" x2="66341" y2="95205"/>
                        <a14:foregroundMark x1="66341" y1="95205" x2="66341" y2="95205"/>
                        <a14:foregroundMark x1="87867" y1="83904" x2="87867" y2="83904"/>
                        <a14:foregroundMark x1="87867" y1="83904" x2="87867" y2="83904"/>
                        <a14:foregroundMark x1="87867" y1="83904" x2="87867" y2="83904"/>
                        <a14:foregroundMark x1="87867" y1="83904" x2="87867" y2="83904"/>
                        <a14:foregroundMark x1="93933" y1="94178" x2="94521" y2="94178"/>
                        <a14:foregroundMark x1="94521" y1="94178" x2="94521" y2="94178"/>
                        <a14:foregroundMark x1="94521" y1="94178" x2="94521" y2="94178"/>
                        <a14:foregroundMark x1="63601" y1="68836" x2="63601" y2="68836"/>
                        <a14:foregroundMark x1="63601" y1="68836" x2="63601" y2="68836"/>
                        <a14:foregroundMark x1="63601" y1="68836" x2="63601" y2="68836"/>
                        <a14:foregroundMark x1="90802" y1="53425" x2="90802" y2="53425"/>
                        <a14:foregroundMark x1="90802" y1="53425" x2="90802" y2="53425"/>
                        <a14:foregroundMark x1="90802" y1="53425" x2="90802" y2="53425"/>
                        <a14:foregroundMark x1="88258" y1="41781" x2="88258" y2="41781"/>
                        <a14:foregroundMark x1="88258" y1="41781" x2="88258" y2="41781"/>
                        <a14:foregroundMark x1="97065" y1="32877" x2="97065" y2="32877"/>
                        <a14:foregroundMark x1="97065" y1="32877" x2="97065" y2="32877"/>
                        <a14:foregroundMark x1="95890" y1="19521" x2="95890" y2="19521"/>
                        <a14:foregroundMark x1="95890" y1="19521" x2="95890" y2="19521"/>
                        <a14:foregroundMark x1="95890" y1="19521" x2="95890" y2="19521"/>
                        <a14:foregroundMark x1="52055" y1="45890" x2="52055" y2="45890"/>
                        <a14:foregroundMark x1="52055" y1="45890" x2="52055" y2="45890"/>
                        <a14:foregroundMark x1="60470" y1="47260" x2="60470" y2="47260"/>
                        <a14:foregroundMark x1="60470" y1="47260" x2="60470" y2="47260"/>
                        <a14:foregroundMark x1="60470" y1="47260" x2="60470" y2="47260"/>
                        <a14:foregroundMark x1="54599" y1="57192" x2="54599" y2="57192"/>
                        <a14:foregroundMark x1="54599" y1="57192" x2="54599" y2="57192"/>
                        <a14:foregroundMark x1="54599" y1="57192" x2="54599" y2="57192"/>
                        <a14:foregroundMark x1="28767" y1="92808" x2="28767" y2="92808"/>
                        <a14:foregroundMark x1="28767" y1="92808" x2="28767" y2="92808"/>
                        <a14:foregroundMark x1="28767" y1="92808" x2="28767" y2="92808"/>
                        <a14:foregroundMark x1="22114" y1="90753" x2="22114" y2="90753"/>
                        <a14:foregroundMark x1="22114" y1="90753" x2="22114" y2="90753"/>
                        <a14:foregroundMark x1="22114" y1="90753" x2="22114" y2="9075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300676" y="721498"/>
            <a:ext cx="1838664" cy="1050665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B2C4AABA-DB7F-A99C-F76C-5A152CFFAC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2055" b="95205" l="4697" r="99609">
                        <a14:foregroundMark x1="4892" y1="9247" x2="4892" y2="9247"/>
                        <a14:foregroundMark x1="4892" y1="9247" x2="6458" y2="6849"/>
                        <a14:foregroundMark x1="12133" y1="16096" x2="12133" y2="13699"/>
                        <a14:foregroundMark x1="18200" y1="7534" x2="17808" y2="10274"/>
                        <a14:foregroundMark x1="28963" y1="14726" x2="25636" y2="19521"/>
                        <a14:foregroundMark x1="22505" y1="19178" x2="20744" y2="23630"/>
                        <a14:foregroundMark x1="22896" y1="37671" x2="25832" y2="41438"/>
                        <a14:foregroundMark x1="39530" y1="33904" x2="42074" y2="36986"/>
                        <a14:foregroundMark x1="58708" y1="21575" x2="57926" y2="17123"/>
                        <a14:foregroundMark x1="50881" y1="2397" x2="48924" y2="2740"/>
                        <a14:foregroundMark x1="44618" y1="9932" x2="41879" y2="10616"/>
                        <a14:foregroundMark x1="56751" y1="33219" x2="56164" y2="32877"/>
                        <a14:foregroundMark x1="54012" y1="27740" x2="51663" y2="25685"/>
                        <a14:foregroundMark x1="66536" y1="46233" x2="65362" y2="43493"/>
                        <a14:foregroundMark x1="48337" y1="76027" x2="44618" y2="70205"/>
                        <a14:foregroundMark x1="25832" y1="73288" x2="28376" y2="73288"/>
                        <a14:foregroundMark x1="10372" y1="60274" x2="7828" y2="60616"/>
                        <a14:foregroundMark x1="23288" y1="54795" x2="24070" y2="62671"/>
                        <a14:foregroundMark x1="86693" y1="17466" x2="85714" y2="24315"/>
                        <a14:foregroundMark x1="77104" y1="21233" x2="78278" y2="11986"/>
                        <a14:foregroundMark x1="76125" y1="4795" x2="77886" y2="4110"/>
                        <a14:foregroundMark x1="92955" y1="4452" x2="89824" y2="6507"/>
                        <a14:foregroundMark x1="98239" y1="2740" x2="99804" y2="3767"/>
                        <a14:foregroundMark x1="66341" y1="95205" x2="66341" y2="95205"/>
                        <a14:foregroundMark x1="66341" y1="95205" x2="66341" y2="95205"/>
                        <a14:foregroundMark x1="87867" y1="83904" x2="87867" y2="83904"/>
                        <a14:foregroundMark x1="87867" y1="83904" x2="87867" y2="83904"/>
                        <a14:foregroundMark x1="87867" y1="83904" x2="87867" y2="83904"/>
                        <a14:foregroundMark x1="87867" y1="83904" x2="87867" y2="83904"/>
                        <a14:foregroundMark x1="93933" y1="94178" x2="94521" y2="94178"/>
                        <a14:foregroundMark x1="94521" y1="94178" x2="94521" y2="94178"/>
                        <a14:foregroundMark x1="94521" y1="94178" x2="94521" y2="94178"/>
                        <a14:foregroundMark x1="63601" y1="68836" x2="63601" y2="68836"/>
                        <a14:foregroundMark x1="63601" y1="68836" x2="63601" y2="68836"/>
                        <a14:foregroundMark x1="63601" y1="68836" x2="63601" y2="68836"/>
                        <a14:foregroundMark x1="90802" y1="53425" x2="90802" y2="53425"/>
                        <a14:foregroundMark x1="90802" y1="53425" x2="90802" y2="53425"/>
                        <a14:foregroundMark x1="90802" y1="53425" x2="90802" y2="53425"/>
                        <a14:foregroundMark x1="88258" y1="41781" x2="88258" y2="41781"/>
                        <a14:foregroundMark x1="88258" y1="41781" x2="88258" y2="41781"/>
                        <a14:foregroundMark x1="97065" y1="32877" x2="97065" y2="32877"/>
                        <a14:foregroundMark x1="97065" y1="32877" x2="97065" y2="32877"/>
                        <a14:foregroundMark x1="95890" y1="19521" x2="95890" y2="19521"/>
                        <a14:foregroundMark x1="95890" y1="19521" x2="95890" y2="19521"/>
                        <a14:foregroundMark x1="95890" y1="19521" x2="95890" y2="19521"/>
                        <a14:foregroundMark x1="52055" y1="45890" x2="52055" y2="45890"/>
                        <a14:foregroundMark x1="52055" y1="45890" x2="52055" y2="45890"/>
                        <a14:foregroundMark x1="60470" y1="47260" x2="60470" y2="47260"/>
                        <a14:foregroundMark x1="60470" y1="47260" x2="60470" y2="47260"/>
                        <a14:foregroundMark x1="60470" y1="47260" x2="60470" y2="47260"/>
                        <a14:foregroundMark x1="54599" y1="57192" x2="54599" y2="57192"/>
                        <a14:foregroundMark x1="54599" y1="57192" x2="54599" y2="57192"/>
                        <a14:foregroundMark x1="54599" y1="57192" x2="54599" y2="57192"/>
                        <a14:foregroundMark x1="28767" y1="92808" x2="28767" y2="92808"/>
                        <a14:foregroundMark x1="28767" y1="92808" x2="28767" y2="92808"/>
                        <a14:foregroundMark x1="28767" y1="92808" x2="28767" y2="92808"/>
                        <a14:foregroundMark x1="22114" y1="90753" x2="22114" y2="90753"/>
                        <a14:foregroundMark x1="22114" y1="90753" x2="22114" y2="90753"/>
                        <a14:foregroundMark x1="22114" y1="90753" x2="22114" y2="9075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698825" y="731526"/>
            <a:ext cx="1838664" cy="1050665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DC9E05CD-64F6-AFC1-12B0-A168FBEECC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2055" b="95205" l="4697" r="99609">
                        <a14:foregroundMark x1="4892" y1="9247" x2="4892" y2="9247"/>
                        <a14:foregroundMark x1="4892" y1="9247" x2="6458" y2="6849"/>
                        <a14:foregroundMark x1="12133" y1="16096" x2="12133" y2="13699"/>
                        <a14:foregroundMark x1="18200" y1="7534" x2="17808" y2="10274"/>
                        <a14:foregroundMark x1="28963" y1="14726" x2="25636" y2="19521"/>
                        <a14:foregroundMark x1="22505" y1="19178" x2="20744" y2="23630"/>
                        <a14:foregroundMark x1="22896" y1="37671" x2="25832" y2="41438"/>
                        <a14:foregroundMark x1="39530" y1="33904" x2="42074" y2="36986"/>
                        <a14:foregroundMark x1="58708" y1="21575" x2="57926" y2="17123"/>
                        <a14:foregroundMark x1="50881" y1="2397" x2="48924" y2="2740"/>
                        <a14:foregroundMark x1="44618" y1="9932" x2="41879" y2="10616"/>
                        <a14:foregroundMark x1="56751" y1="33219" x2="56164" y2="32877"/>
                        <a14:foregroundMark x1="54012" y1="27740" x2="51663" y2="25685"/>
                        <a14:foregroundMark x1="66536" y1="46233" x2="65362" y2="43493"/>
                        <a14:foregroundMark x1="48337" y1="76027" x2="44618" y2="70205"/>
                        <a14:foregroundMark x1="25832" y1="73288" x2="28376" y2="73288"/>
                        <a14:foregroundMark x1="10372" y1="60274" x2="7828" y2="60616"/>
                        <a14:foregroundMark x1="23288" y1="54795" x2="24070" y2="62671"/>
                        <a14:foregroundMark x1="86693" y1="17466" x2="85714" y2="24315"/>
                        <a14:foregroundMark x1="77104" y1="21233" x2="78278" y2="11986"/>
                        <a14:foregroundMark x1="76125" y1="4795" x2="77886" y2="4110"/>
                        <a14:foregroundMark x1="92955" y1="4452" x2="89824" y2="6507"/>
                        <a14:foregroundMark x1="98239" y1="2740" x2="99804" y2="3767"/>
                        <a14:foregroundMark x1="66341" y1="95205" x2="66341" y2="95205"/>
                        <a14:foregroundMark x1="66341" y1="95205" x2="66341" y2="95205"/>
                        <a14:foregroundMark x1="87867" y1="83904" x2="87867" y2="83904"/>
                        <a14:foregroundMark x1="87867" y1="83904" x2="87867" y2="83904"/>
                        <a14:foregroundMark x1="87867" y1="83904" x2="87867" y2="83904"/>
                        <a14:foregroundMark x1="87867" y1="83904" x2="87867" y2="83904"/>
                        <a14:foregroundMark x1="93933" y1="94178" x2="94521" y2="94178"/>
                        <a14:foregroundMark x1="94521" y1="94178" x2="94521" y2="94178"/>
                        <a14:foregroundMark x1="94521" y1="94178" x2="94521" y2="94178"/>
                        <a14:foregroundMark x1="63601" y1="68836" x2="63601" y2="68836"/>
                        <a14:foregroundMark x1="63601" y1="68836" x2="63601" y2="68836"/>
                        <a14:foregroundMark x1="63601" y1="68836" x2="63601" y2="68836"/>
                        <a14:foregroundMark x1="90802" y1="53425" x2="90802" y2="53425"/>
                        <a14:foregroundMark x1="90802" y1="53425" x2="90802" y2="53425"/>
                        <a14:foregroundMark x1="90802" y1="53425" x2="90802" y2="53425"/>
                        <a14:foregroundMark x1="88258" y1="41781" x2="88258" y2="41781"/>
                        <a14:foregroundMark x1="88258" y1="41781" x2="88258" y2="41781"/>
                        <a14:foregroundMark x1="97065" y1="32877" x2="97065" y2="32877"/>
                        <a14:foregroundMark x1="97065" y1="32877" x2="97065" y2="32877"/>
                        <a14:foregroundMark x1="95890" y1="19521" x2="95890" y2="19521"/>
                        <a14:foregroundMark x1="95890" y1="19521" x2="95890" y2="19521"/>
                        <a14:foregroundMark x1="95890" y1="19521" x2="95890" y2="19521"/>
                        <a14:foregroundMark x1="52055" y1="45890" x2="52055" y2="45890"/>
                        <a14:foregroundMark x1="52055" y1="45890" x2="52055" y2="45890"/>
                        <a14:foregroundMark x1="60470" y1="47260" x2="60470" y2="47260"/>
                        <a14:foregroundMark x1="60470" y1="47260" x2="60470" y2="47260"/>
                        <a14:foregroundMark x1="60470" y1="47260" x2="60470" y2="47260"/>
                        <a14:foregroundMark x1="54599" y1="57192" x2="54599" y2="57192"/>
                        <a14:foregroundMark x1="54599" y1="57192" x2="54599" y2="57192"/>
                        <a14:foregroundMark x1="54599" y1="57192" x2="54599" y2="57192"/>
                        <a14:foregroundMark x1="28767" y1="92808" x2="28767" y2="92808"/>
                        <a14:foregroundMark x1="28767" y1="92808" x2="28767" y2="92808"/>
                        <a14:foregroundMark x1="28767" y1="92808" x2="28767" y2="92808"/>
                        <a14:foregroundMark x1="22114" y1="90753" x2="22114" y2="90753"/>
                        <a14:foregroundMark x1="22114" y1="90753" x2="22114" y2="90753"/>
                        <a14:foregroundMark x1="22114" y1="90753" x2="22114" y2="9075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546888" y="1068269"/>
            <a:ext cx="1838664" cy="1050665"/>
          </a:xfrm>
          <a:prstGeom prst="rect">
            <a:avLst/>
          </a:prstGeom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376C085A-D694-A92C-B348-43FB99EC9D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2055" b="95205" l="4697" r="99609">
                        <a14:foregroundMark x1="4892" y1="9247" x2="4892" y2="9247"/>
                        <a14:foregroundMark x1="4892" y1="9247" x2="6458" y2="6849"/>
                        <a14:foregroundMark x1="12133" y1="16096" x2="12133" y2="13699"/>
                        <a14:foregroundMark x1="18200" y1="7534" x2="17808" y2="10274"/>
                        <a14:foregroundMark x1="28963" y1="14726" x2="25636" y2="19521"/>
                        <a14:foregroundMark x1="22505" y1="19178" x2="20744" y2="23630"/>
                        <a14:foregroundMark x1="22896" y1="37671" x2="25832" y2="41438"/>
                        <a14:foregroundMark x1="39530" y1="33904" x2="42074" y2="36986"/>
                        <a14:foregroundMark x1="58708" y1="21575" x2="57926" y2="17123"/>
                        <a14:foregroundMark x1="50881" y1="2397" x2="48924" y2="2740"/>
                        <a14:foregroundMark x1="44618" y1="9932" x2="41879" y2="10616"/>
                        <a14:foregroundMark x1="56751" y1="33219" x2="56164" y2="32877"/>
                        <a14:foregroundMark x1="54012" y1="27740" x2="51663" y2="25685"/>
                        <a14:foregroundMark x1="66536" y1="46233" x2="65362" y2="43493"/>
                        <a14:foregroundMark x1="48337" y1="76027" x2="44618" y2="70205"/>
                        <a14:foregroundMark x1="25832" y1="73288" x2="28376" y2="73288"/>
                        <a14:foregroundMark x1="10372" y1="60274" x2="7828" y2="60616"/>
                        <a14:foregroundMark x1="23288" y1="54795" x2="24070" y2="62671"/>
                        <a14:foregroundMark x1="86693" y1="17466" x2="85714" y2="24315"/>
                        <a14:foregroundMark x1="77104" y1="21233" x2="78278" y2="11986"/>
                        <a14:foregroundMark x1="76125" y1="4795" x2="77886" y2="4110"/>
                        <a14:foregroundMark x1="92955" y1="4452" x2="89824" y2="6507"/>
                        <a14:foregroundMark x1="98239" y1="2740" x2="99804" y2="3767"/>
                        <a14:foregroundMark x1="66341" y1="95205" x2="66341" y2="95205"/>
                        <a14:foregroundMark x1="66341" y1="95205" x2="66341" y2="95205"/>
                        <a14:foregroundMark x1="87867" y1="83904" x2="87867" y2="83904"/>
                        <a14:foregroundMark x1="87867" y1="83904" x2="87867" y2="83904"/>
                        <a14:foregroundMark x1="87867" y1="83904" x2="87867" y2="83904"/>
                        <a14:foregroundMark x1="87867" y1="83904" x2="87867" y2="83904"/>
                        <a14:foregroundMark x1="93933" y1="94178" x2="94521" y2="94178"/>
                        <a14:foregroundMark x1="94521" y1="94178" x2="94521" y2="94178"/>
                        <a14:foregroundMark x1="94521" y1="94178" x2="94521" y2="94178"/>
                        <a14:foregroundMark x1="63601" y1="68836" x2="63601" y2="68836"/>
                        <a14:foregroundMark x1="63601" y1="68836" x2="63601" y2="68836"/>
                        <a14:foregroundMark x1="63601" y1="68836" x2="63601" y2="68836"/>
                        <a14:foregroundMark x1="90802" y1="53425" x2="90802" y2="53425"/>
                        <a14:foregroundMark x1="90802" y1="53425" x2="90802" y2="53425"/>
                        <a14:foregroundMark x1="90802" y1="53425" x2="90802" y2="53425"/>
                        <a14:foregroundMark x1="88258" y1="41781" x2="88258" y2="41781"/>
                        <a14:foregroundMark x1="88258" y1="41781" x2="88258" y2="41781"/>
                        <a14:foregroundMark x1="97065" y1="32877" x2="97065" y2="32877"/>
                        <a14:foregroundMark x1="97065" y1="32877" x2="97065" y2="32877"/>
                        <a14:foregroundMark x1="95890" y1="19521" x2="95890" y2="19521"/>
                        <a14:foregroundMark x1="95890" y1="19521" x2="95890" y2="19521"/>
                        <a14:foregroundMark x1="95890" y1="19521" x2="95890" y2="19521"/>
                        <a14:foregroundMark x1="52055" y1="45890" x2="52055" y2="45890"/>
                        <a14:foregroundMark x1="52055" y1="45890" x2="52055" y2="45890"/>
                        <a14:foregroundMark x1="60470" y1="47260" x2="60470" y2="47260"/>
                        <a14:foregroundMark x1="60470" y1="47260" x2="60470" y2="47260"/>
                        <a14:foregroundMark x1="60470" y1="47260" x2="60470" y2="47260"/>
                        <a14:foregroundMark x1="54599" y1="57192" x2="54599" y2="57192"/>
                        <a14:foregroundMark x1="54599" y1="57192" x2="54599" y2="57192"/>
                        <a14:foregroundMark x1="54599" y1="57192" x2="54599" y2="57192"/>
                        <a14:foregroundMark x1="28767" y1="92808" x2="28767" y2="92808"/>
                        <a14:foregroundMark x1="28767" y1="92808" x2="28767" y2="92808"/>
                        <a14:foregroundMark x1="28767" y1="92808" x2="28767" y2="92808"/>
                        <a14:foregroundMark x1="22114" y1="90753" x2="22114" y2="90753"/>
                        <a14:foregroundMark x1="22114" y1="90753" x2="22114" y2="90753"/>
                        <a14:foregroundMark x1="22114" y1="90753" x2="22114" y2="9075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88665" y="3165093"/>
            <a:ext cx="1838664" cy="1050665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7E4A984A-758A-3146-6840-D5FB732259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2055" b="95205" l="4697" r="99609">
                        <a14:foregroundMark x1="4892" y1="9247" x2="4892" y2="9247"/>
                        <a14:foregroundMark x1="4892" y1="9247" x2="6458" y2="6849"/>
                        <a14:foregroundMark x1="12133" y1="16096" x2="12133" y2="13699"/>
                        <a14:foregroundMark x1="18200" y1="7534" x2="17808" y2="10274"/>
                        <a14:foregroundMark x1="28963" y1="14726" x2="25636" y2="19521"/>
                        <a14:foregroundMark x1="22505" y1="19178" x2="20744" y2="23630"/>
                        <a14:foregroundMark x1="22896" y1="37671" x2="25832" y2="41438"/>
                        <a14:foregroundMark x1="39530" y1="33904" x2="42074" y2="36986"/>
                        <a14:foregroundMark x1="58708" y1="21575" x2="57926" y2="17123"/>
                        <a14:foregroundMark x1="50881" y1="2397" x2="48924" y2="2740"/>
                        <a14:foregroundMark x1="44618" y1="9932" x2="41879" y2="10616"/>
                        <a14:foregroundMark x1="56751" y1="33219" x2="56164" y2="32877"/>
                        <a14:foregroundMark x1="54012" y1="27740" x2="51663" y2="25685"/>
                        <a14:foregroundMark x1="66536" y1="46233" x2="65362" y2="43493"/>
                        <a14:foregroundMark x1="48337" y1="76027" x2="44618" y2="70205"/>
                        <a14:foregroundMark x1="25832" y1="73288" x2="28376" y2="73288"/>
                        <a14:foregroundMark x1="10372" y1="60274" x2="7828" y2="60616"/>
                        <a14:foregroundMark x1="23288" y1="54795" x2="24070" y2="62671"/>
                        <a14:foregroundMark x1="86693" y1="17466" x2="85714" y2="24315"/>
                        <a14:foregroundMark x1="77104" y1="21233" x2="78278" y2="11986"/>
                        <a14:foregroundMark x1="76125" y1="4795" x2="77886" y2="4110"/>
                        <a14:foregroundMark x1="92955" y1="4452" x2="89824" y2="6507"/>
                        <a14:foregroundMark x1="98239" y1="2740" x2="99804" y2="3767"/>
                        <a14:foregroundMark x1="66341" y1="95205" x2="66341" y2="95205"/>
                        <a14:foregroundMark x1="66341" y1="95205" x2="66341" y2="95205"/>
                        <a14:foregroundMark x1="87867" y1="83904" x2="87867" y2="83904"/>
                        <a14:foregroundMark x1="87867" y1="83904" x2="87867" y2="83904"/>
                        <a14:foregroundMark x1="87867" y1="83904" x2="87867" y2="83904"/>
                        <a14:foregroundMark x1="87867" y1="83904" x2="87867" y2="83904"/>
                        <a14:foregroundMark x1="93933" y1="94178" x2="94521" y2="94178"/>
                        <a14:foregroundMark x1="94521" y1="94178" x2="94521" y2="94178"/>
                        <a14:foregroundMark x1="94521" y1="94178" x2="94521" y2="94178"/>
                        <a14:foregroundMark x1="63601" y1="68836" x2="63601" y2="68836"/>
                        <a14:foregroundMark x1="63601" y1="68836" x2="63601" y2="68836"/>
                        <a14:foregroundMark x1="63601" y1="68836" x2="63601" y2="68836"/>
                        <a14:foregroundMark x1="90802" y1="53425" x2="90802" y2="53425"/>
                        <a14:foregroundMark x1="90802" y1="53425" x2="90802" y2="53425"/>
                        <a14:foregroundMark x1="90802" y1="53425" x2="90802" y2="53425"/>
                        <a14:foregroundMark x1="88258" y1="41781" x2="88258" y2="41781"/>
                        <a14:foregroundMark x1="88258" y1="41781" x2="88258" y2="41781"/>
                        <a14:foregroundMark x1="97065" y1="32877" x2="97065" y2="32877"/>
                        <a14:foregroundMark x1="97065" y1="32877" x2="97065" y2="32877"/>
                        <a14:foregroundMark x1="95890" y1="19521" x2="95890" y2="19521"/>
                        <a14:foregroundMark x1="95890" y1="19521" x2="95890" y2="19521"/>
                        <a14:foregroundMark x1="95890" y1="19521" x2="95890" y2="19521"/>
                        <a14:foregroundMark x1="52055" y1="45890" x2="52055" y2="45890"/>
                        <a14:foregroundMark x1="52055" y1="45890" x2="52055" y2="45890"/>
                        <a14:foregroundMark x1="60470" y1="47260" x2="60470" y2="47260"/>
                        <a14:foregroundMark x1="60470" y1="47260" x2="60470" y2="47260"/>
                        <a14:foregroundMark x1="60470" y1="47260" x2="60470" y2="47260"/>
                        <a14:foregroundMark x1="54599" y1="57192" x2="54599" y2="57192"/>
                        <a14:foregroundMark x1="54599" y1="57192" x2="54599" y2="57192"/>
                        <a14:foregroundMark x1="54599" y1="57192" x2="54599" y2="57192"/>
                        <a14:foregroundMark x1="28767" y1="92808" x2="28767" y2="92808"/>
                        <a14:foregroundMark x1="28767" y1="92808" x2="28767" y2="92808"/>
                        <a14:foregroundMark x1="28767" y1="92808" x2="28767" y2="92808"/>
                        <a14:foregroundMark x1="22114" y1="90753" x2="22114" y2="90753"/>
                        <a14:foregroundMark x1="22114" y1="90753" x2="22114" y2="90753"/>
                        <a14:foregroundMark x1="22114" y1="90753" x2="22114" y2="9075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62012" y="4529462"/>
            <a:ext cx="1838664" cy="1050665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3F3C603C-A4BF-AAB0-B207-04C45FFA8E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2055" b="95205" l="4697" r="99609">
                        <a14:foregroundMark x1="4892" y1="9247" x2="4892" y2="9247"/>
                        <a14:foregroundMark x1="4892" y1="9247" x2="6458" y2="6849"/>
                        <a14:foregroundMark x1="12133" y1="16096" x2="12133" y2="13699"/>
                        <a14:foregroundMark x1="18200" y1="7534" x2="17808" y2="10274"/>
                        <a14:foregroundMark x1="28963" y1="14726" x2="25636" y2="19521"/>
                        <a14:foregroundMark x1="22505" y1="19178" x2="20744" y2="23630"/>
                        <a14:foregroundMark x1="22896" y1="37671" x2="25832" y2="41438"/>
                        <a14:foregroundMark x1="39530" y1="33904" x2="42074" y2="36986"/>
                        <a14:foregroundMark x1="58708" y1="21575" x2="57926" y2="17123"/>
                        <a14:foregroundMark x1="50881" y1="2397" x2="48924" y2="2740"/>
                        <a14:foregroundMark x1="44618" y1="9932" x2="41879" y2="10616"/>
                        <a14:foregroundMark x1="56751" y1="33219" x2="56164" y2="32877"/>
                        <a14:foregroundMark x1="54012" y1="27740" x2="51663" y2="25685"/>
                        <a14:foregroundMark x1="66536" y1="46233" x2="65362" y2="43493"/>
                        <a14:foregroundMark x1="48337" y1="76027" x2="44618" y2="70205"/>
                        <a14:foregroundMark x1="25832" y1="73288" x2="28376" y2="73288"/>
                        <a14:foregroundMark x1="10372" y1="60274" x2="7828" y2="60616"/>
                        <a14:foregroundMark x1="23288" y1="54795" x2="24070" y2="62671"/>
                        <a14:foregroundMark x1="86693" y1="17466" x2="85714" y2="24315"/>
                        <a14:foregroundMark x1="77104" y1="21233" x2="78278" y2="11986"/>
                        <a14:foregroundMark x1="76125" y1="4795" x2="77886" y2="4110"/>
                        <a14:foregroundMark x1="92955" y1="4452" x2="89824" y2="6507"/>
                        <a14:foregroundMark x1="98239" y1="2740" x2="99804" y2="3767"/>
                        <a14:foregroundMark x1="66341" y1="95205" x2="66341" y2="95205"/>
                        <a14:foregroundMark x1="66341" y1="95205" x2="66341" y2="95205"/>
                        <a14:foregroundMark x1="87867" y1="83904" x2="87867" y2="83904"/>
                        <a14:foregroundMark x1="87867" y1="83904" x2="87867" y2="83904"/>
                        <a14:foregroundMark x1="87867" y1="83904" x2="87867" y2="83904"/>
                        <a14:foregroundMark x1="87867" y1="83904" x2="87867" y2="83904"/>
                        <a14:foregroundMark x1="93933" y1="94178" x2="94521" y2="94178"/>
                        <a14:foregroundMark x1="94521" y1="94178" x2="94521" y2="94178"/>
                        <a14:foregroundMark x1="94521" y1="94178" x2="94521" y2="94178"/>
                        <a14:foregroundMark x1="63601" y1="68836" x2="63601" y2="68836"/>
                        <a14:foregroundMark x1="63601" y1="68836" x2="63601" y2="68836"/>
                        <a14:foregroundMark x1="63601" y1="68836" x2="63601" y2="68836"/>
                        <a14:foregroundMark x1="90802" y1="53425" x2="90802" y2="53425"/>
                        <a14:foregroundMark x1="90802" y1="53425" x2="90802" y2="53425"/>
                        <a14:foregroundMark x1="90802" y1="53425" x2="90802" y2="53425"/>
                        <a14:foregroundMark x1="88258" y1="41781" x2="88258" y2="41781"/>
                        <a14:foregroundMark x1="88258" y1="41781" x2="88258" y2="41781"/>
                        <a14:foregroundMark x1="97065" y1="32877" x2="97065" y2="32877"/>
                        <a14:foregroundMark x1="97065" y1="32877" x2="97065" y2="32877"/>
                        <a14:foregroundMark x1="95890" y1="19521" x2="95890" y2="19521"/>
                        <a14:foregroundMark x1="95890" y1="19521" x2="95890" y2="19521"/>
                        <a14:foregroundMark x1="95890" y1="19521" x2="95890" y2="19521"/>
                        <a14:foregroundMark x1="52055" y1="45890" x2="52055" y2="45890"/>
                        <a14:foregroundMark x1="52055" y1="45890" x2="52055" y2="45890"/>
                        <a14:foregroundMark x1="60470" y1="47260" x2="60470" y2="47260"/>
                        <a14:foregroundMark x1="60470" y1="47260" x2="60470" y2="47260"/>
                        <a14:foregroundMark x1="60470" y1="47260" x2="60470" y2="47260"/>
                        <a14:foregroundMark x1="54599" y1="57192" x2="54599" y2="57192"/>
                        <a14:foregroundMark x1="54599" y1="57192" x2="54599" y2="57192"/>
                        <a14:foregroundMark x1="54599" y1="57192" x2="54599" y2="57192"/>
                        <a14:foregroundMark x1="28767" y1="92808" x2="28767" y2="92808"/>
                        <a14:foregroundMark x1="28767" y1="92808" x2="28767" y2="92808"/>
                        <a14:foregroundMark x1="28767" y1="92808" x2="28767" y2="92808"/>
                        <a14:foregroundMark x1="22114" y1="90753" x2="22114" y2="90753"/>
                        <a14:foregroundMark x1="22114" y1="90753" x2="22114" y2="90753"/>
                        <a14:foregroundMark x1="22114" y1="90753" x2="22114" y2="9075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948426" y="5166824"/>
            <a:ext cx="1838664" cy="1050665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7B1D732A-5EC1-F954-BB79-7512C230DF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2055" b="95205" l="4697" r="99609">
                        <a14:foregroundMark x1="4892" y1="9247" x2="4892" y2="9247"/>
                        <a14:foregroundMark x1="4892" y1="9247" x2="6458" y2="6849"/>
                        <a14:foregroundMark x1="12133" y1="16096" x2="12133" y2="13699"/>
                        <a14:foregroundMark x1="18200" y1="7534" x2="17808" y2="10274"/>
                        <a14:foregroundMark x1="28963" y1="14726" x2="25636" y2="19521"/>
                        <a14:foregroundMark x1="22505" y1="19178" x2="20744" y2="23630"/>
                        <a14:foregroundMark x1="22896" y1="37671" x2="25832" y2="41438"/>
                        <a14:foregroundMark x1="39530" y1="33904" x2="42074" y2="36986"/>
                        <a14:foregroundMark x1="58708" y1="21575" x2="57926" y2="17123"/>
                        <a14:foregroundMark x1="50881" y1="2397" x2="48924" y2="2740"/>
                        <a14:foregroundMark x1="44618" y1="9932" x2="41879" y2="10616"/>
                        <a14:foregroundMark x1="56751" y1="33219" x2="56164" y2="32877"/>
                        <a14:foregroundMark x1="54012" y1="27740" x2="51663" y2="25685"/>
                        <a14:foregroundMark x1="66536" y1="46233" x2="65362" y2="43493"/>
                        <a14:foregroundMark x1="48337" y1="76027" x2="44618" y2="70205"/>
                        <a14:foregroundMark x1="25832" y1="73288" x2="28376" y2="73288"/>
                        <a14:foregroundMark x1="10372" y1="60274" x2="7828" y2="60616"/>
                        <a14:foregroundMark x1="23288" y1="54795" x2="24070" y2="62671"/>
                        <a14:foregroundMark x1="86693" y1="17466" x2="85714" y2="24315"/>
                        <a14:foregroundMark x1="77104" y1="21233" x2="78278" y2="11986"/>
                        <a14:foregroundMark x1="76125" y1="4795" x2="77886" y2="4110"/>
                        <a14:foregroundMark x1="92955" y1="4452" x2="89824" y2="6507"/>
                        <a14:foregroundMark x1="98239" y1="2740" x2="99804" y2="3767"/>
                        <a14:foregroundMark x1="66341" y1="95205" x2="66341" y2="95205"/>
                        <a14:foregroundMark x1="66341" y1="95205" x2="66341" y2="95205"/>
                        <a14:foregroundMark x1="87867" y1="83904" x2="87867" y2="83904"/>
                        <a14:foregroundMark x1="87867" y1="83904" x2="87867" y2="83904"/>
                        <a14:foregroundMark x1="87867" y1="83904" x2="87867" y2="83904"/>
                        <a14:foregroundMark x1="87867" y1="83904" x2="87867" y2="83904"/>
                        <a14:foregroundMark x1="93933" y1="94178" x2="94521" y2="94178"/>
                        <a14:foregroundMark x1="94521" y1="94178" x2="94521" y2="94178"/>
                        <a14:foregroundMark x1="94521" y1="94178" x2="94521" y2="94178"/>
                        <a14:foregroundMark x1="63601" y1="68836" x2="63601" y2="68836"/>
                        <a14:foregroundMark x1="63601" y1="68836" x2="63601" y2="68836"/>
                        <a14:foregroundMark x1="63601" y1="68836" x2="63601" y2="68836"/>
                        <a14:foregroundMark x1="90802" y1="53425" x2="90802" y2="53425"/>
                        <a14:foregroundMark x1="90802" y1="53425" x2="90802" y2="53425"/>
                        <a14:foregroundMark x1="90802" y1="53425" x2="90802" y2="53425"/>
                        <a14:foregroundMark x1="88258" y1="41781" x2="88258" y2="41781"/>
                        <a14:foregroundMark x1="88258" y1="41781" x2="88258" y2="41781"/>
                        <a14:foregroundMark x1="97065" y1="32877" x2="97065" y2="32877"/>
                        <a14:foregroundMark x1="97065" y1="32877" x2="97065" y2="32877"/>
                        <a14:foregroundMark x1="95890" y1="19521" x2="95890" y2="19521"/>
                        <a14:foregroundMark x1="95890" y1="19521" x2="95890" y2="19521"/>
                        <a14:foregroundMark x1="95890" y1="19521" x2="95890" y2="19521"/>
                        <a14:foregroundMark x1="52055" y1="45890" x2="52055" y2="45890"/>
                        <a14:foregroundMark x1="52055" y1="45890" x2="52055" y2="45890"/>
                        <a14:foregroundMark x1="60470" y1="47260" x2="60470" y2="47260"/>
                        <a14:foregroundMark x1="60470" y1="47260" x2="60470" y2="47260"/>
                        <a14:foregroundMark x1="60470" y1="47260" x2="60470" y2="47260"/>
                        <a14:foregroundMark x1="54599" y1="57192" x2="54599" y2="57192"/>
                        <a14:foregroundMark x1="54599" y1="57192" x2="54599" y2="57192"/>
                        <a14:foregroundMark x1="54599" y1="57192" x2="54599" y2="57192"/>
                        <a14:foregroundMark x1="28767" y1="92808" x2="28767" y2="92808"/>
                        <a14:foregroundMark x1="28767" y1="92808" x2="28767" y2="92808"/>
                        <a14:foregroundMark x1="28767" y1="92808" x2="28767" y2="92808"/>
                        <a14:foregroundMark x1="22114" y1="90753" x2="22114" y2="90753"/>
                        <a14:foregroundMark x1="22114" y1="90753" x2="22114" y2="90753"/>
                        <a14:foregroundMark x1="22114" y1="90753" x2="22114" y2="9075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324870" y="5625156"/>
            <a:ext cx="1838664" cy="1050665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E4B016FE-F243-AC02-259C-ED646044DB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2055" b="95205" l="4697" r="99609">
                        <a14:foregroundMark x1="4892" y1="9247" x2="4892" y2="9247"/>
                        <a14:foregroundMark x1="4892" y1="9247" x2="6458" y2="6849"/>
                        <a14:foregroundMark x1="12133" y1="16096" x2="12133" y2="13699"/>
                        <a14:foregroundMark x1="18200" y1="7534" x2="17808" y2="10274"/>
                        <a14:foregroundMark x1="28963" y1="14726" x2="25636" y2="19521"/>
                        <a14:foregroundMark x1="22505" y1="19178" x2="20744" y2="23630"/>
                        <a14:foregroundMark x1="22896" y1="37671" x2="25832" y2="41438"/>
                        <a14:foregroundMark x1="39530" y1="33904" x2="42074" y2="36986"/>
                        <a14:foregroundMark x1="58708" y1="21575" x2="57926" y2="17123"/>
                        <a14:foregroundMark x1="50881" y1="2397" x2="48924" y2="2740"/>
                        <a14:foregroundMark x1="44618" y1="9932" x2="41879" y2="10616"/>
                        <a14:foregroundMark x1="56751" y1="33219" x2="56164" y2="32877"/>
                        <a14:foregroundMark x1="54012" y1="27740" x2="51663" y2="25685"/>
                        <a14:foregroundMark x1="66536" y1="46233" x2="65362" y2="43493"/>
                        <a14:foregroundMark x1="48337" y1="76027" x2="44618" y2="70205"/>
                        <a14:foregroundMark x1="25832" y1="73288" x2="28376" y2="73288"/>
                        <a14:foregroundMark x1="10372" y1="60274" x2="7828" y2="60616"/>
                        <a14:foregroundMark x1="23288" y1="54795" x2="24070" y2="62671"/>
                        <a14:foregroundMark x1="86693" y1="17466" x2="85714" y2="24315"/>
                        <a14:foregroundMark x1="77104" y1="21233" x2="78278" y2="11986"/>
                        <a14:foregroundMark x1="76125" y1="4795" x2="77886" y2="4110"/>
                        <a14:foregroundMark x1="92955" y1="4452" x2="89824" y2="6507"/>
                        <a14:foregroundMark x1="98239" y1="2740" x2="99804" y2="3767"/>
                        <a14:foregroundMark x1="66341" y1="95205" x2="66341" y2="95205"/>
                        <a14:foregroundMark x1="66341" y1="95205" x2="66341" y2="95205"/>
                        <a14:foregroundMark x1="87867" y1="83904" x2="87867" y2="83904"/>
                        <a14:foregroundMark x1="87867" y1="83904" x2="87867" y2="83904"/>
                        <a14:foregroundMark x1="87867" y1="83904" x2="87867" y2="83904"/>
                        <a14:foregroundMark x1="87867" y1="83904" x2="87867" y2="83904"/>
                        <a14:foregroundMark x1="93933" y1="94178" x2="94521" y2="94178"/>
                        <a14:foregroundMark x1="94521" y1="94178" x2="94521" y2="94178"/>
                        <a14:foregroundMark x1="94521" y1="94178" x2="94521" y2="94178"/>
                        <a14:foregroundMark x1="63601" y1="68836" x2="63601" y2="68836"/>
                        <a14:foregroundMark x1="63601" y1="68836" x2="63601" y2="68836"/>
                        <a14:foregroundMark x1="63601" y1="68836" x2="63601" y2="68836"/>
                        <a14:foregroundMark x1="90802" y1="53425" x2="90802" y2="53425"/>
                        <a14:foregroundMark x1="90802" y1="53425" x2="90802" y2="53425"/>
                        <a14:foregroundMark x1="90802" y1="53425" x2="90802" y2="53425"/>
                        <a14:foregroundMark x1="88258" y1="41781" x2="88258" y2="41781"/>
                        <a14:foregroundMark x1="88258" y1="41781" x2="88258" y2="41781"/>
                        <a14:foregroundMark x1="97065" y1="32877" x2="97065" y2="32877"/>
                        <a14:foregroundMark x1="97065" y1="32877" x2="97065" y2="32877"/>
                        <a14:foregroundMark x1="95890" y1="19521" x2="95890" y2="19521"/>
                        <a14:foregroundMark x1="95890" y1="19521" x2="95890" y2="19521"/>
                        <a14:foregroundMark x1="95890" y1="19521" x2="95890" y2="19521"/>
                        <a14:foregroundMark x1="52055" y1="45890" x2="52055" y2="45890"/>
                        <a14:foregroundMark x1="52055" y1="45890" x2="52055" y2="45890"/>
                        <a14:foregroundMark x1="60470" y1="47260" x2="60470" y2="47260"/>
                        <a14:foregroundMark x1="60470" y1="47260" x2="60470" y2="47260"/>
                        <a14:foregroundMark x1="60470" y1="47260" x2="60470" y2="47260"/>
                        <a14:foregroundMark x1="54599" y1="57192" x2="54599" y2="57192"/>
                        <a14:foregroundMark x1="54599" y1="57192" x2="54599" y2="57192"/>
                        <a14:foregroundMark x1="54599" y1="57192" x2="54599" y2="57192"/>
                        <a14:foregroundMark x1="28767" y1="92808" x2="28767" y2="92808"/>
                        <a14:foregroundMark x1="28767" y1="92808" x2="28767" y2="92808"/>
                        <a14:foregroundMark x1="28767" y1="92808" x2="28767" y2="92808"/>
                        <a14:foregroundMark x1="22114" y1="90753" x2="22114" y2="90753"/>
                        <a14:foregroundMark x1="22114" y1="90753" x2="22114" y2="90753"/>
                        <a14:foregroundMark x1="22114" y1="90753" x2="22114" y2="9075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350438" y="5595692"/>
            <a:ext cx="1838664" cy="1050665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854F2035-5DE2-A9D1-6177-FDBBC2810B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2055" b="95205" l="4697" r="99609">
                        <a14:foregroundMark x1="4892" y1="9247" x2="4892" y2="9247"/>
                        <a14:foregroundMark x1="4892" y1="9247" x2="6458" y2="6849"/>
                        <a14:foregroundMark x1="12133" y1="16096" x2="12133" y2="13699"/>
                        <a14:foregroundMark x1="18200" y1="7534" x2="17808" y2="10274"/>
                        <a14:foregroundMark x1="28963" y1="14726" x2="25636" y2="19521"/>
                        <a14:foregroundMark x1="22505" y1="19178" x2="20744" y2="23630"/>
                        <a14:foregroundMark x1="22896" y1="37671" x2="25832" y2="41438"/>
                        <a14:foregroundMark x1="39530" y1="33904" x2="42074" y2="36986"/>
                        <a14:foregroundMark x1="58708" y1="21575" x2="57926" y2="17123"/>
                        <a14:foregroundMark x1="50881" y1="2397" x2="48924" y2="2740"/>
                        <a14:foregroundMark x1="44618" y1="9932" x2="41879" y2="10616"/>
                        <a14:foregroundMark x1="56751" y1="33219" x2="56164" y2="32877"/>
                        <a14:foregroundMark x1="54012" y1="27740" x2="51663" y2="25685"/>
                        <a14:foregroundMark x1="66536" y1="46233" x2="65362" y2="43493"/>
                        <a14:foregroundMark x1="48337" y1="76027" x2="44618" y2="70205"/>
                        <a14:foregroundMark x1="25832" y1="73288" x2="28376" y2="73288"/>
                        <a14:foregroundMark x1="10372" y1="60274" x2="7828" y2="60616"/>
                        <a14:foregroundMark x1="23288" y1="54795" x2="24070" y2="62671"/>
                        <a14:foregroundMark x1="86693" y1="17466" x2="85714" y2="24315"/>
                        <a14:foregroundMark x1="77104" y1="21233" x2="78278" y2="11986"/>
                        <a14:foregroundMark x1="76125" y1="4795" x2="77886" y2="4110"/>
                        <a14:foregroundMark x1="92955" y1="4452" x2="89824" y2="6507"/>
                        <a14:foregroundMark x1="98239" y1="2740" x2="99804" y2="3767"/>
                        <a14:foregroundMark x1="66341" y1="95205" x2="66341" y2="95205"/>
                        <a14:foregroundMark x1="66341" y1="95205" x2="66341" y2="95205"/>
                        <a14:foregroundMark x1="87867" y1="83904" x2="87867" y2="83904"/>
                        <a14:foregroundMark x1="87867" y1="83904" x2="87867" y2="83904"/>
                        <a14:foregroundMark x1="87867" y1="83904" x2="87867" y2="83904"/>
                        <a14:foregroundMark x1="87867" y1="83904" x2="87867" y2="83904"/>
                        <a14:foregroundMark x1="93933" y1="94178" x2="94521" y2="94178"/>
                        <a14:foregroundMark x1="94521" y1="94178" x2="94521" y2="94178"/>
                        <a14:foregroundMark x1="94521" y1="94178" x2="94521" y2="94178"/>
                        <a14:foregroundMark x1="63601" y1="68836" x2="63601" y2="68836"/>
                        <a14:foregroundMark x1="63601" y1="68836" x2="63601" y2="68836"/>
                        <a14:foregroundMark x1="63601" y1="68836" x2="63601" y2="68836"/>
                        <a14:foregroundMark x1="90802" y1="53425" x2="90802" y2="53425"/>
                        <a14:foregroundMark x1="90802" y1="53425" x2="90802" y2="53425"/>
                        <a14:foregroundMark x1="90802" y1="53425" x2="90802" y2="53425"/>
                        <a14:foregroundMark x1="88258" y1="41781" x2="88258" y2="41781"/>
                        <a14:foregroundMark x1="88258" y1="41781" x2="88258" y2="41781"/>
                        <a14:foregroundMark x1="97065" y1="32877" x2="97065" y2="32877"/>
                        <a14:foregroundMark x1="97065" y1="32877" x2="97065" y2="32877"/>
                        <a14:foregroundMark x1="95890" y1="19521" x2="95890" y2="19521"/>
                        <a14:foregroundMark x1="95890" y1="19521" x2="95890" y2="19521"/>
                        <a14:foregroundMark x1="95890" y1="19521" x2="95890" y2="19521"/>
                        <a14:foregroundMark x1="52055" y1="45890" x2="52055" y2="45890"/>
                        <a14:foregroundMark x1="52055" y1="45890" x2="52055" y2="45890"/>
                        <a14:foregroundMark x1="60470" y1="47260" x2="60470" y2="47260"/>
                        <a14:foregroundMark x1="60470" y1="47260" x2="60470" y2="47260"/>
                        <a14:foregroundMark x1="60470" y1="47260" x2="60470" y2="47260"/>
                        <a14:foregroundMark x1="54599" y1="57192" x2="54599" y2="57192"/>
                        <a14:foregroundMark x1="54599" y1="57192" x2="54599" y2="57192"/>
                        <a14:foregroundMark x1="54599" y1="57192" x2="54599" y2="57192"/>
                        <a14:foregroundMark x1="28767" y1="92808" x2="28767" y2="92808"/>
                        <a14:foregroundMark x1="28767" y1="92808" x2="28767" y2="92808"/>
                        <a14:foregroundMark x1="28767" y1="92808" x2="28767" y2="92808"/>
                        <a14:foregroundMark x1="22114" y1="90753" x2="22114" y2="90753"/>
                        <a14:foregroundMark x1="22114" y1="90753" x2="22114" y2="90753"/>
                        <a14:foregroundMark x1="22114" y1="90753" x2="22114" y2="9075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50017" y="5720181"/>
            <a:ext cx="1838664" cy="1050665"/>
          </a:xfrm>
          <a:prstGeom prst="rect">
            <a:avLst/>
          </a:prstGeom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2A6D9B91-D63F-3DBB-7A3A-224D2168CC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2055" b="95205" l="4697" r="99609">
                        <a14:foregroundMark x1="4892" y1="9247" x2="4892" y2="9247"/>
                        <a14:foregroundMark x1="4892" y1="9247" x2="6458" y2="6849"/>
                        <a14:foregroundMark x1="12133" y1="16096" x2="12133" y2="13699"/>
                        <a14:foregroundMark x1="18200" y1="7534" x2="17808" y2="10274"/>
                        <a14:foregroundMark x1="28963" y1="14726" x2="25636" y2="19521"/>
                        <a14:foregroundMark x1="22505" y1="19178" x2="20744" y2="23630"/>
                        <a14:foregroundMark x1="22896" y1="37671" x2="25832" y2="41438"/>
                        <a14:foregroundMark x1="39530" y1="33904" x2="42074" y2="36986"/>
                        <a14:foregroundMark x1="58708" y1="21575" x2="57926" y2="17123"/>
                        <a14:foregroundMark x1="50881" y1="2397" x2="48924" y2="2740"/>
                        <a14:foregroundMark x1="44618" y1="9932" x2="41879" y2="10616"/>
                        <a14:foregroundMark x1="56751" y1="33219" x2="56164" y2="32877"/>
                        <a14:foregroundMark x1="54012" y1="27740" x2="51663" y2="25685"/>
                        <a14:foregroundMark x1="66536" y1="46233" x2="65362" y2="43493"/>
                        <a14:foregroundMark x1="48337" y1="76027" x2="44618" y2="70205"/>
                        <a14:foregroundMark x1="25832" y1="73288" x2="28376" y2="73288"/>
                        <a14:foregroundMark x1="10372" y1="60274" x2="7828" y2="60616"/>
                        <a14:foregroundMark x1="23288" y1="54795" x2="24070" y2="62671"/>
                        <a14:foregroundMark x1="86693" y1="17466" x2="85714" y2="24315"/>
                        <a14:foregroundMark x1="77104" y1="21233" x2="78278" y2="11986"/>
                        <a14:foregroundMark x1="76125" y1="4795" x2="77886" y2="4110"/>
                        <a14:foregroundMark x1="92955" y1="4452" x2="89824" y2="6507"/>
                        <a14:foregroundMark x1="98239" y1="2740" x2="99804" y2="3767"/>
                        <a14:foregroundMark x1="66341" y1="95205" x2="66341" y2="95205"/>
                        <a14:foregroundMark x1="66341" y1="95205" x2="66341" y2="95205"/>
                        <a14:foregroundMark x1="87867" y1="83904" x2="87867" y2="83904"/>
                        <a14:foregroundMark x1="87867" y1="83904" x2="87867" y2="83904"/>
                        <a14:foregroundMark x1="87867" y1="83904" x2="87867" y2="83904"/>
                        <a14:foregroundMark x1="87867" y1="83904" x2="87867" y2="83904"/>
                        <a14:foregroundMark x1="93933" y1="94178" x2="94521" y2="94178"/>
                        <a14:foregroundMark x1="94521" y1="94178" x2="94521" y2="94178"/>
                        <a14:foregroundMark x1="94521" y1="94178" x2="94521" y2="94178"/>
                        <a14:foregroundMark x1="63601" y1="68836" x2="63601" y2="68836"/>
                        <a14:foregroundMark x1="63601" y1="68836" x2="63601" y2="68836"/>
                        <a14:foregroundMark x1="63601" y1="68836" x2="63601" y2="68836"/>
                        <a14:foregroundMark x1="90802" y1="53425" x2="90802" y2="53425"/>
                        <a14:foregroundMark x1="90802" y1="53425" x2="90802" y2="53425"/>
                        <a14:foregroundMark x1="90802" y1="53425" x2="90802" y2="53425"/>
                        <a14:foregroundMark x1="88258" y1="41781" x2="88258" y2="41781"/>
                        <a14:foregroundMark x1="88258" y1="41781" x2="88258" y2="41781"/>
                        <a14:foregroundMark x1="97065" y1="32877" x2="97065" y2="32877"/>
                        <a14:foregroundMark x1="97065" y1="32877" x2="97065" y2="32877"/>
                        <a14:foregroundMark x1="95890" y1="19521" x2="95890" y2="19521"/>
                        <a14:foregroundMark x1="95890" y1="19521" x2="95890" y2="19521"/>
                        <a14:foregroundMark x1="95890" y1="19521" x2="95890" y2="19521"/>
                        <a14:foregroundMark x1="52055" y1="45890" x2="52055" y2="45890"/>
                        <a14:foregroundMark x1="52055" y1="45890" x2="52055" y2="45890"/>
                        <a14:foregroundMark x1="60470" y1="47260" x2="60470" y2="47260"/>
                        <a14:foregroundMark x1="60470" y1="47260" x2="60470" y2="47260"/>
                        <a14:foregroundMark x1="60470" y1="47260" x2="60470" y2="47260"/>
                        <a14:foregroundMark x1="54599" y1="57192" x2="54599" y2="57192"/>
                        <a14:foregroundMark x1="54599" y1="57192" x2="54599" y2="57192"/>
                        <a14:foregroundMark x1="54599" y1="57192" x2="54599" y2="57192"/>
                        <a14:foregroundMark x1="28767" y1="92808" x2="28767" y2="92808"/>
                        <a14:foregroundMark x1="28767" y1="92808" x2="28767" y2="92808"/>
                        <a14:foregroundMark x1="28767" y1="92808" x2="28767" y2="92808"/>
                        <a14:foregroundMark x1="22114" y1="90753" x2="22114" y2="90753"/>
                        <a14:foregroundMark x1="22114" y1="90753" x2="22114" y2="90753"/>
                        <a14:foregroundMark x1="22114" y1="90753" x2="22114" y2="9075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060713" y="1945919"/>
            <a:ext cx="1838664" cy="1050665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618B338A-BA36-59D3-7CED-FD571069BE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2055" b="95205" l="4697" r="99609">
                        <a14:foregroundMark x1="4892" y1="9247" x2="4892" y2="9247"/>
                        <a14:foregroundMark x1="4892" y1="9247" x2="6458" y2="6849"/>
                        <a14:foregroundMark x1="12133" y1="16096" x2="12133" y2="13699"/>
                        <a14:foregroundMark x1="18200" y1="7534" x2="17808" y2="10274"/>
                        <a14:foregroundMark x1="28963" y1="14726" x2="25636" y2="19521"/>
                        <a14:foregroundMark x1="22505" y1="19178" x2="20744" y2="23630"/>
                        <a14:foregroundMark x1="22896" y1="37671" x2="25832" y2="41438"/>
                        <a14:foregroundMark x1="39530" y1="33904" x2="42074" y2="36986"/>
                        <a14:foregroundMark x1="58708" y1="21575" x2="57926" y2="17123"/>
                        <a14:foregroundMark x1="50881" y1="2397" x2="48924" y2="2740"/>
                        <a14:foregroundMark x1="44618" y1="9932" x2="41879" y2="10616"/>
                        <a14:foregroundMark x1="56751" y1="33219" x2="56164" y2="32877"/>
                        <a14:foregroundMark x1="54012" y1="27740" x2="51663" y2="25685"/>
                        <a14:foregroundMark x1="66536" y1="46233" x2="65362" y2="43493"/>
                        <a14:foregroundMark x1="48337" y1="76027" x2="44618" y2="70205"/>
                        <a14:foregroundMark x1="25832" y1="73288" x2="28376" y2="73288"/>
                        <a14:foregroundMark x1="10372" y1="60274" x2="7828" y2="60616"/>
                        <a14:foregroundMark x1="23288" y1="54795" x2="24070" y2="62671"/>
                        <a14:foregroundMark x1="86693" y1="17466" x2="85714" y2="24315"/>
                        <a14:foregroundMark x1="77104" y1="21233" x2="78278" y2="11986"/>
                        <a14:foregroundMark x1="76125" y1="4795" x2="77886" y2="4110"/>
                        <a14:foregroundMark x1="92955" y1="4452" x2="89824" y2="6507"/>
                        <a14:foregroundMark x1="98239" y1="2740" x2="99804" y2="3767"/>
                        <a14:foregroundMark x1="66341" y1="95205" x2="66341" y2="95205"/>
                        <a14:foregroundMark x1="66341" y1="95205" x2="66341" y2="95205"/>
                        <a14:foregroundMark x1="87867" y1="83904" x2="87867" y2="83904"/>
                        <a14:foregroundMark x1="87867" y1="83904" x2="87867" y2="83904"/>
                        <a14:foregroundMark x1="87867" y1="83904" x2="87867" y2="83904"/>
                        <a14:foregroundMark x1="87867" y1="83904" x2="87867" y2="83904"/>
                        <a14:foregroundMark x1="93933" y1="94178" x2="94521" y2="94178"/>
                        <a14:foregroundMark x1="94521" y1="94178" x2="94521" y2="94178"/>
                        <a14:foregroundMark x1="94521" y1="94178" x2="94521" y2="94178"/>
                        <a14:foregroundMark x1="63601" y1="68836" x2="63601" y2="68836"/>
                        <a14:foregroundMark x1="63601" y1="68836" x2="63601" y2="68836"/>
                        <a14:foregroundMark x1="63601" y1="68836" x2="63601" y2="68836"/>
                        <a14:foregroundMark x1="90802" y1="53425" x2="90802" y2="53425"/>
                        <a14:foregroundMark x1="90802" y1="53425" x2="90802" y2="53425"/>
                        <a14:foregroundMark x1="90802" y1="53425" x2="90802" y2="53425"/>
                        <a14:foregroundMark x1="88258" y1="41781" x2="88258" y2="41781"/>
                        <a14:foregroundMark x1="88258" y1="41781" x2="88258" y2="41781"/>
                        <a14:foregroundMark x1="97065" y1="32877" x2="97065" y2="32877"/>
                        <a14:foregroundMark x1="97065" y1="32877" x2="97065" y2="32877"/>
                        <a14:foregroundMark x1="95890" y1="19521" x2="95890" y2="19521"/>
                        <a14:foregroundMark x1="95890" y1="19521" x2="95890" y2="19521"/>
                        <a14:foregroundMark x1="95890" y1="19521" x2="95890" y2="19521"/>
                        <a14:foregroundMark x1="52055" y1="45890" x2="52055" y2="45890"/>
                        <a14:foregroundMark x1="52055" y1="45890" x2="52055" y2="45890"/>
                        <a14:foregroundMark x1="60470" y1="47260" x2="60470" y2="47260"/>
                        <a14:foregroundMark x1="60470" y1="47260" x2="60470" y2="47260"/>
                        <a14:foregroundMark x1="60470" y1="47260" x2="60470" y2="47260"/>
                        <a14:foregroundMark x1="54599" y1="57192" x2="54599" y2="57192"/>
                        <a14:foregroundMark x1="54599" y1="57192" x2="54599" y2="57192"/>
                        <a14:foregroundMark x1="54599" y1="57192" x2="54599" y2="57192"/>
                        <a14:foregroundMark x1="28767" y1="92808" x2="28767" y2="92808"/>
                        <a14:foregroundMark x1="28767" y1="92808" x2="28767" y2="92808"/>
                        <a14:foregroundMark x1="28767" y1="92808" x2="28767" y2="92808"/>
                        <a14:foregroundMark x1="22114" y1="90753" x2="22114" y2="90753"/>
                        <a14:foregroundMark x1="22114" y1="90753" x2="22114" y2="90753"/>
                        <a14:foregroundMark x1="22114" y1="90753" x2="22114" y2="9075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002656" y="4115072"/>
            <a:ext cx="1838664" cy="1050665"/>
          </a:xfrm>
          <a:prstGeom prst="rect">
            <a:avLst/>
          </a:prstGeom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803C52A2-403B-6EDD-E8A5-7AF1C35061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2055" b="95205" l="4697" r="99609">
                        <a14:foregroundMark x1="4892" y1="9247" x2="4892" y2="9247"/>
                        <a14:foregroundMark x1="4892" y1="9247" x2="6458" y2="6849"/>
                        <a14:foregroundMark x1="12133" y1="16096" x2="12133" y2="13699"/>
                        <a14:foregroundMark x1="18200" y1="7534" x2="17808" y2="10274"/>
                        <a14:foregroundMark x1="28963" y1="14726" x2="25636" y2="19521"/>
                        <a14:foregroundMark x1="22505" y1="19178" x2="20744" y2="23630"/>
                        <a14:foregroundMark x1="22896" y1="37671" x2="25832" y2="41438"/>
                        <a14:foregroundMark x1="39530" y1="33904" x2="42074" y2="36986"/>
                        <a14:foregroundMark x1="58708" y1="21575" x2="57926" y2="17123"/>
                        <a14:foregroundMark x1="50881" y1="2397" x2="48924" y2="2740"/>
                        <a14:foregroundMark x1="44618" y1="9932" x2="41879" y2="10616"/>
                        <a14:foregroundMark x1="56751" y1="33219" x2="56164" y2="32877"/>
                        <a14:foregroundMark x1="54012" y1="27740" x2="51663" y2="25685"/>
                        <a14:foregroundMark x1="66536" y1="46233" x2="65362" y2="43493"/>
                        <a14:foregroundMark x1="48337" y1="76027" x2="44618" y2="70205"/>
                        <a14:foregroundMark x1="25832" y1="73288" x2="28376" y2="73288"/>
                        <a14:foregroundMark x1="10372" y1="60274" x2="7828" y2="60616"/>
                        <a14:foregroundMark x1="23288" y1="54795" x2="24070" y2="62671"/>
                        <a14:foregroundMark x1="86693" y1="17466" x2="85714" y2="24315"/>
                        <a14:foregroundMark x1="77104" y1="21233" x2="78278" y2="11986"/>
                        <a14:foregroundMark x1="76125" y1="4795" x2="77886" y2="4110"/>
                        <a14:foregroundMark x1="92955" y1="4452" x2="89824" y2="6507"/>
                        <a14:foregroundMark x1="98239" y1="2740" x2="99804" y2="3767"/>
                        <a14:foregroundMark x1="66341" y1="95205" x2="66341" y2="95205"/>
                        <a14:foregroundMark x1="66341" y1="95205" x2="66341" y2="95205"/>
                        <a14:foregroundMark x1="87867" y1="83904" x2="87867" y2="83904"/>
                        <a14:foregroundMark x1="87867" y1="83904" x2="87867" y2="83904"/>
                        <a14:foregroundMark x1="87867" y1="83904" x2="87867" y2="83904"/>
                        <a14:foregroundMark x1="87867" y1="83904" x2="87867" y2="83904"/>
                        <a14:foregroundMark x1="93933" y1="94178" x2="94521" y2="94178"/>
                        <a14:foregroundMark x1="94521" y1="94178" x2="94521" y2="94178"/>
                        <a14:foregroundMark x1="94521" y1="94178" x2="94521" y2="94178"/>
                        <a14:foregroundMark x1="63601" y1="68836" x2="63601" y2="68836"/>
                        <a14:foregroundMark x1="63601" y1="68836" x2="63601" y2="68836"/>
                        <a14:foregroundMark x1="63601" y1="68836" x2="63601" y2="68836"/>
                        <a14:foregroundMark x1="90802" y1="53425" x2="90802" y2="53425"/>
                        <a14:foregroundMark x1="90802" y1="53425" x2="90802" y2="53425"/>
                        <a14:foregroundMark x1="90802" y1="53425" x2="90802" y2="53425"/>
                        <a14:foregroundMark x1="88258" y1="41781" x2="88258" y2="41781"/>
                        <a14:foregroundMark x1="88258" y1="41781" x2="88258" y2="41781"/>
                        <a14:foregroundMark x1="97065" y1="32877" x2="97065" y2="32877"/>
                        <a14:foregroundMark x1="97065" y1="32877" x2="97065" y2="32877"/>
                        <a14:foregroundMark x1="95890" y1="19521" x2="95890" y2="19521"/>
                        <a14:foregroundMark x1="95890" y1="19521" x2="95890" y2="19521"/>
                        <a14:foregroundMark x1="95890" y1="19521" x2="95890" y2="19521"/>
                        <a14:foregroundMark x1="52055" y1="45890" x2="52055" y2="45890"/>
                        <a14:foregroundMark x1="52055" y1="45890" x2="52055" y2="45890"/>
                        <a14:foregroundMark x1="60470" y1="47260" x2="60470" y2="47260"/>
                        <a14:foregroundMark x1="60470" y1="47260" x2="60470" y2="47260"/>
                        <a14:foregroundMark x1="60470" y1="47260" x2="60470" y2="47260"/>
                        <a14:foregroundMark x1="54599" y1="57192" x2="54599" y2="57192"/>
                        <a14:foregroundMark x1="54599" y1="57192" x2="54599" y2="57192"/>
                        <a14:foregroundMark x1="54599" y1="57192" x2="54599" y2="57192"/>
                        <a14:foregroundMark x1="28767" y1="92808" x2="28767" y2="92808"/>
                        <a14:foregroundMark x1="28767" y1="92808" x2="28767" y2="92808"/>
                        <a14:foregroundMark x1="28767" y1="92808" x2="28767" y2="92808"/>
                        <a14:foregroundMark x1="22114" y1="90753" x2="22114" y2="90753"/>
                        <a14:foregroundMark x1="22114" y1="90753" x2="22114" y2="90753"/>
                        <a14:foregroundMark x1="22114" y1="90753" x2="22114" y2="9075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126660" y="4306966"/>
            <a:ext cx="1838664" cy="1050665"/>
          </a:xfrm>
          <a:prstGeom prst="rect">
            <a:avLst/>
          </a:prstGeom>
        </p:spPr>
      </p:pic>
      <p:pic>
        <p:nvPicPr>
          <p:cNvPr id="61" name="Picture 60">
            <a:extLst>
              <a:ext uri="{FF2B5EF4-FFF2-40B4-BE49-F238E27FC236}">
                <a16:creationId xmlns:a16="http://schemas.microsoft.com/office/drawing/2014/main" id="{730F0D23-503E-2214-69EF-B00A06508B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2055" b="95205" l="4697" r="99609">
                        <a14:foregroundMark x1="4892" y1="9247" x2="4892" y2="9247"/>
                        <a14:foregroundMark x1="4892" y1="9247" x2="6458" y2="6849"/>
                        <a14:foregroundMark x1="12133" y1="16096" x2="12133" y2="13699"/>
                        <a14:foregroundMark x1="18200" y1="7534" x2="17808" y2="10274"/>
                        <a14:foregroundMark x1="28963" y1="14726" x2="25636" y2="19521"/>
                        <a14:foregroundMark x1="22505" y1="19178" x2="20744" y2="23630"/>
                        <a14:foregroundMark x1="22896" y1="37671" x2="25832" y2="41438"/>
                        <a14:foregroundMark x1="39530" y1="33904" x2="42074" y2="36986"/>
                        <a14:foregroundMark x1="58708" y1="21575" x2="57926" y2="17123"/>
                        <a14:foregroundMark x1="50881" y1="2397" x2="48924" y2="2740"/>
                        <a14:foregroundMark x1="44618" y1="9932" x2="41879" y2="10616"/>
                        <a14:foregroundMark x1="56751" y1="33219" x2="56164" y2="32877"/>
                        <a14:foregroundMark x1="54012" y1="27740" x2="51663" y2="25685"/>
                        <a14:foregroundMark x1="66536" y1="46233" x2="65362" y2="43493"/>
                        <a14:foregroundMark x1="48337" y1="76027" x2="44618" y2="70205"/>
                        <a14:foregroundMark x1="25832" y1="73288" x2="28376" y2="73288"/>
                        <a14:foregroundMark x1="10372" y1="60274" x2="7828" y2="60616"/>
                        <a14:foregroundMark x1="23288" y1="54795" x2="24070" y2="62671"/>
                        <a14:foregroundMark x1="86693" y1="17466" x2="85714" y2="24315"/>
                        <a14:foregroundMark x1="77104" y1="21233" x2="78278" y2="11986"/>
                        <a14:foregroundMark x1="76125" y1="4795" x2="77886" y2="4110"/>
                        <a14:foregroundMark x1="92955" y1="4452" x2="89824" y2="6507"/>
                        <a14:foregroundMark x1="98239" y1="2740" x2="99804" y2="3767"/>
                        <a14:foregroundMark x1="66341" y1="95205" x2="66341" y2="95205"/>
                        <a14:foregroundMark x1="66341" y1="95205" x2="66341" y2="95205"/>
                        <a14:foregroundMark x1="87867" y1="83904" x2="87867" y2="83904"/>
                        <a14:foregroundMark x1="87867" y1="83904" x2="87867" y2="83904"/>
                        <a14:foregroundMark x1="87867" y1="83904" x2="87867" y2="83904"/>
                        <a14:foregroundMark x1="87867" y1="83904" x2="87867" y2="83904"/>
                        <a14:foregroundMark x1="93933" y1="94178" x2="94521" y2="94178"/>
                        <a14:foregroundMark x1="94521" y1="94178" x2="94521" y2="94178"/>
                        <a14:foregroundMark x1="94521" y1="94178" x2="94521" y2="94178"/>
                        <a14:foregroundMark x1="63601" y1="68836" x2="63601" y2="68836"/>
                        <a14:foregroundMark x1="63601" y1="68836" x2="63601" y2="68836"/>
                        <a14:foregroundMark x1="63601" y1="68836" x2="63601" y2="68836"/>
                        <a14:foregroundMark x1="90802" y1="53425" x2="90802" y2="53425"/>
                        <a14:foregroundMark x1="90802" y1="53425" x2="90802" y2="53425"/>
                        <a14:foregroundMark x1="90802" y1="53425" x2="90802" y2="53425"/>
                        <a14:foregroundMark x1="88258" y1="41781" x2="88258" y2="41781"/>
                        <a14:foregroundMark x1="88258" y1="41781" x2="88258" y2="41781"/>
                        <a14:foregroundMark x1="97065" y1="32877" x2="97065" y2="32877"/>
                        <a14:foregroundMark x1="97065" y1="32877" x2="97065" y2="32877"/>
                        <a14:foregroundMark x1="95890" y1="19521" x2="95890" y2="19521"/>
                        <a14:foregroundMark x1="95890" y1="19521" x2="95890" y2="19521"/>
                        <a14:foregroundMark x1="95890" y1="19521" x2="95890" y2="19521"/>
                        <a14:foregroundMark x1="52055" y1="45890" x2="52055" y2="45890"/>
                        <a14:foregroundMark x1="52055" y1="45890" x2="52055" y2="45890"/>
                        <a14:foregroundMark x1="60470" y1="47260" x2="60470" y2="47260"/>
                        <a14:foregroundMark x1="60470" y1="47260" x2="60470" y2="47260"/>
                        <a14:foregroundMark x1="60470" y1="47260" x2="60470" y2="47260"/>
                        <a14:foregroundMark x1="54599" y1="57192" x2="54599" y2="57192"/>
                        <a14:foregroundMark x1="54599" y1="57192" x2="54599" y2="57192"/>
                        <a14:foregroundMark x1="54599" y1="57192" x2="54599" y2="57192"/>
                        <a14:foregroundMark x1="28767" y1="92808" x2="28767" y2="92808"/>
                        <a14:foregroundMark x1="28767" y1="92808" x2="28767" y2="92808"/>
                        <a14:foregroundMark x1="28767" y1="92808" x2="28767" y2="92808"/>
                        <a14:foregroundMark x1="22114" y1="90753" x2="22114" y2="90753"/>
                        <a14:foregroundMark x1="22114" y1="90753" x2="22114" y2="90753"/>
                        <a14:foregroundMark x1="22114" y1="90753" x2="22114" y2="9075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248350" y="1343082"/>
            <a:ext cx="1838664" cy="1050665"/>
          </a:xfrm>
          <a:prstGeom prst="rect">
            <a:avLst/>
          </a:prstGeom>
        </p:spPr>
      </p:pic>
      <p:pic>
        <p:nvPicPr>
          <p:cNvPr id="59" name="Picture 58">
            <a:extLst>
              <a:ext uri="{FF2B5EF4-FFF2-40B4-BE49-F238E27FC236}">
                <a16:creationId xmlns:a16="http://schemas.microsoft.com/office/drawing/2014/main" id="{84B61AEC-D589-180C-3538-CA680CBC03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2055" b="95205" l="4697" r="99609">
                        <a14:foregroundMark x1="4892" y1="9247" x2="4892" y2="9247"/>
                        <a14:foregroundMark x1="4892" y1="9247" x2="6458" y2="6849"/>
                        <a14:foregroundMark x1="12133" y1="16096" x2="12133" y2="13699"/>
                        <a14:foregroundMark x1="18200" y1="7534" x2="17808" y2="10274"/>
                        <a14:foregroundMark x1="28963" y1="14726" x2="25636" y2="19521"/>
                        <a14:foregroundMark x1="22505" y1="19178" x2="20744" y2="23630"/>
                        <a14:foregroundMark x1="22896" y1="37671" x2="25832" y2="41438"/>
                        <a14:foregroundMark x1="39530" y1="33904" x2="42074" y2="36986"/>
                        <a14:foregroundMark x1="58708" y1="21575" x2="57926" y2="17123"/>
                        <a14:foregroundMark x1="50881" y1="2397" x2="48924" y2="2740"/>
                        <a14:foregroundMark x1="44618" y1="9932" x2="41879" y2="10616"/>
                        <a14:foregroundMark x1="56751" y1="33219" x2="56164" y2="32877"/>
                        <a14:foregroundMark x1="54012" y1="27740" x2="51663" y2="25685"/>
                        <a14:foregroundMark x1="66536" y1="46233" x2="65362" y2="43493"/>
                        <a14:foregroundMark x1="48337" y1="76027" x2="44618" y2="70205"/>
                        <a14:foregroundMark x1="25832" y1="73288" x2="28376" y2="73288"/>
                        <a14:foregroundMark x1="10372" y1="60274" x2="7828" y2="60616"/>
                        <a14:foregroundMark x1="23288" y1="54795" x2="24070" y2="62671"/>
                        <a14:foregroundMark x1="86693" y1="17466" x2="85714" y2="24315"/>
                        <a14:foregroundMark x1="77104" y1="21233" x2="78278" y2="11986"/>
                        <a14:foregroundMark x1="76125" y1="4795" x2="77886" y2="4110"/>
                        <a14:foregroundMark x1="92955" y1="4452" x2="89824" y2="6507"/>
                        <a14:foregroundMark x1="98239" y1="2740" x2="99804" y2="3767"/>
                        <a14:foregroundMark x1="66341" y1="95205" x2="66341" y2="95205"/>
                        <a14:foregroundMark x1="66341" y1="95205" x2="66341" y2="95205"/>
                        <a14:foregroundMark x1="87867" y1="83904" x2="87867" y2="83904"/>
                        <a14:foregroundMark x1="87867" y1="83904" x2="87867" y2="83904"/>
                        <a14:foregroundMark x1="87867" y1="83904" x2="87867" y2="83904"/>
                        <a14:foregroundMark x1="87867" y1="83904" x2="87867" y2="83904"/>
                        <a14:foregroundMark x1="93933" y1="94178" x2="94521" y2="94178"/>
                        <a14:foregroundMark x1="94521" y1="94178" x2="94521" y2="94178"/>
                        <a14:foregroundMark x1="94521" y1="94178" x2="94521" y2="94178"/>
                        <a14:foregroundMark x1="63601" y1="68836" x2="63601" y2="68836"/>
                        <a14:foregroundMark x1="63601" y1="68836" x2="63601" y2="68836"/>
                        <a14:foregroundMark x1="63601" y1="68836" x2="63601" y2="68836"/>
                        <a14:foregroundMark x1="90802" y1="53425" x2="90802" y2="53425"/>
                        <a14:foregroundMark x1="90802" y1="53425" x2="90802" y2="53425"/>
                        <a14:foregroundMark x1="90802" y1="53425" x2="90802" y2="53425"/>
                        <a14:foregroundMark x1="88258" y1="41781" x2="88258" y2="41781"/>
                        <a14:foregroundMark x1="88258" y1="41781" x2="88258" y2="41781"/>
                        <a14:foregroundMark x1="97065" y1="32877" x2="97065" y2="32877"/>
                        <a14:foregroundMark x1="97065" y1="32877" x2="97065" y2="32877"/>
                        <a14:foregroundMark x1="95890" y1="19521" x2="95890" y2="19521"/>
                        <a14:foregroundMark x1="95890" y1="19521" x2="95890" y2="19521"/>
                        <a14:foregroundMark x1="95890" y1="19521" x2="95890" y2="19521"/>
                        <a14:foregroundMark x1="52055" y1="45890" x2="52055" y2="45890"/>
                        <a14:foregroundMark x1="52055" y1="45890" x2="52055" y2="45890"/>
                        <a14:foregroundMark x1="60470" y1="47260" x2="60470" y2="47260"/>
                        <a14:foregroundMark x1="60470" y1="47260" x2="60470" y2="47260"/>
                        <a14:foregroundMark x1="60470" y1="47260" x2="60470" y2="47260"/>
                        <a14:foregroundMark x1="54599" y1="57192" x2="54599" y2="57192"/>
                        <a14:foregroundMark x1="54599" y1="57192" x2="54599" y2="57192"/>
                        <a14:foregroundMark x1="54599" y1="57192" x2="54599" y2="57192"/>
                        <a14:foregroundMark x1="28767" y1="92808" x2="28767" y2="92808"/>
                        <a14:foregroundMark x1="28767" y1="92808" x2="28767" y2="92808"/>
                        <a14:foregroundMark x1="28767" y1="92808" x2="28767" y2="92808"/>
                        <a14:foregroundMark x1="22114" y1="90753" x2="22114" y2="90753"/>
                        <a14:foregroundMark x1="22114" y1="90753" x2="22114" y2="90753"/>
                        <a14:foregroundMark x1="22114" y1="90753" x2="22114" y2="9075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859053" y="1593601"/>
            <a:ext cx="1838664" cy="1050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15503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repeatCount="indefinite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924 0.01852 L 0.00924 0.01852 C 0.01172 0.01921 0.01419 0.02037 0.01666 0.02083 C 0.01927 0.0213 0.02174 0.0213 0.02422 0.02153 L 0.04427 0.02315 L 0.05924 0.02222 C 0.06041 0.02222 0.06172 0.02222 0.06302 0.02153 C 0.06471 0.0206 0.06627 0.01898 0.06797 0.01782 C 0.07578 0.01296 0.07252 0.01412 0.0776 0.01273 C 0.07903 0.01157 0.0806 0.01042 0.08216 0.00972 C 0.08854 0.00602 0.07968 0.01204 0.08633 0.00741 C 0.08698 0.00625 0.0875 0.00463 0.08841 0.0037 C 0.0901 0.00162 0.09362 -0.00046 0.09544 -0.00301 C 0.09648 -0.0044 0.09843 -0.0081 0.09843 -0.0081 C 0.09765 -0.01181 0.09778 -0.01204 0.09583 -0.0162 C 0.09492 -0.01829 0.09088 -0.02708 0.0888 -0.03032 C 0.08841 -0.03102 0.08789 -0.03148 0.0875 -0.03194 C 0.08307 -0.03796 0.08541 -0.03657 0.08177 -0.03796 C 0.08099 -0.03889 0.08047 -0.04005 0.07968 -0.04074 C 0.07864 -0.04167 0.07591 -0.04259 0.07461 -0.04306 C 0.06406 -0.0537 0.07721 -0.0412 0.06966 -0.04676 C 0.06758 -0.04815 0.06666 -0.05046 0.06458 -0.05116 C 0.06341 -0.05162 0.06211 -0.05162 0.06093 -0.05185 C 0.0595 -0.05231 0.05807 -0.05324 0.05677 -0.05347 C 0.05273 -0.05417 0.0487 -0.0544 0.04466 -0.05486 L 0.03919 -0.05556 C 0.03268 -0.05509 0.02617 -0.05509 0.01966 -0.05417 C 0.01888 -0.05417 0.01823 -0.05301 0.01758 -0.05278 C 0.01614 -0.05185 0.01484 -0.05116 0.01341 -0.05046 C 0.0125 -0.04954 0.01172 -0.04838 0.01093 -0.04745 C 0.01002 -0.04676 0.00924 -0.04606 0.00833 -0.04537 C 0.00716 -0.04398 0.00586 -0.04282 0.00468 -0.04167 C 0.00338 -0.04028 0.00221 -0.03843 0.00091 -0.03704 C 0.00052 -0.03681 2.91667E-6 -0.03657 -0.00039 -0.03634 C -0.00091 -0.03588 -0.00144 -0.03542 -0.00209 -0.03495 C -0.00287 -0.03264 -0.00365 -0.03032 -0.00456 -0.02824 C -0.00547 -0.02616 -0.00677 -0.02454 -0.00742 -0.02222 C -0.00808 -0.01991 -0.00795 -0.01736 -0.00821 -0.01481 C -0.00821 -0.01458 -0.00795 -0.00185 -0.00742 0.00069 C -0.00729 0.00162 -0.0069 0.00231 -0.00664 0.00301 C -0.00625 0.00394 -0.00612 0.00509 -0.00573 0.00602 C -0.00482 0.0081 -0.00391 0.01065 -0.00248 0.01181 C -0.00183 0.0125 -0.0013 0.01273 -0.00078 0.01343 C 0.00377 0.01991 0.00013 0.01806 0.00468 0.01921 C 0.00716 0.02153 0.00846 0.01875 0.00924 0.01852 Z " pathEditMode="relative" ptsTypes="AAAAAAAAAAAAAAAAAAAAAAAAAAAAAAAAAAAAAAAAAAAAA">
                                      <p:cBhvr>
                                        <p:cTn id="6" dur="2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951 0.01505 L 0.00951 0.01528 C 0.01302 0.01528 0.01654 0.01528 0.01992 0.01574 C 0.02109 0.01597 0.02214 0.01621 0.02331 0.01644 L 0.03086 0.01806 C 0.03294 0.01921 0.0349 0.02084 0.03698 0.02176 C 0.04089 0.02315 0.04167 0.02361 0.04583 0.02477 C 0.04909 0.02546 0.05247 0.02662 0.05573 0.02685 L 0.07331 0.02847 C 0.07669 0.02871 0.08333 0.03009 0.0862 0.03056 C 0.08685 0.03102 0.08763 0.03171 0.08828 0.03218 C 0.09049 0.03334 0.09362 0.03472 0.09583 0.03496 C 0.09857 0.03542 0.1013 0.03542 0.10417 0.03588 C 0.11042 0.03426 0.11107 0.03472 0.11706 0.03125 C 0.12005 0.02963 0.12305 0.02662 0.12617 0.02546 C 0.1332 0.02269 0.12669 0.0257 0.13411 0.02107 C 0.14219 0.01597 0.13451 0.0213 0.14206 0.01736 C 0.1431 0.01667 0.14427 0.01574 0.14531 0.01505 C 0.14766 0.01366 0.14948 0.01296 0.15195 0.01204 C 0.15286 0.01134 0.15365 0.01042 0.15456 0.00996 C 0.15547 0.00926 0.15651 0.0088 0.15742 0.00834 C 0.15872 0.00764 0.1599 0.00671 0.1612 0.00625 C 0.16406 0.00463 0.16484 0.00509 0.16745 0.00255 C 0.17057 -0.00092 0.17135 -0.00347 0.17448 -0.00787 C 0.175 -0.00856 0.17565 -0.00879 0.17617 -0.00949 C 0.18477 -0.02083 0.17786 -0.01342 0.18411 -0.01967 C 0.18568 -0.02407 0.18555 -0.02315 0.18529 -0.03171 C 0.18503 -0.04143 0.18438 -0.05139 0.18359 -0.06134 C 0.18333 -0.0662 0.18112 -0.06666 0.17943 -0.07083 C 0.17878 -0.07268 0.17839 -0.07477 0.17734 -0.07616 C 0.1763 -0.07778 0.1724 -0.08171 0.17031 -0.08264 C 0.16862 -0.08356 0.16706 -0.08449 0.16536 -0.08495 C 0.15365 -0.08819 0.15846 -0.08727 0.15117 -0.08866 C 0.14635 -0.09514 0.15391 -0.08588 0.14622 -0.09166 C 0.14258 -0.09444 0.13958 -0.10023 0.13581 -0.10116 C 0.13086 -0.10254 0.13372 -0.10162 0.12695 -0.10486 C 0.12422 -0.10833 0.12604 -0.10671 0.11992 -0.10717 L 0.10156 -0.10856 C 0.0918 -0.11088 0.08711 -0.1125 0.07747 -0.11227 C 0.07005 -0.11227 0.06276 -0.11134 0.05534 -0.11088 C 0.05208 -0.10995 0.04961 -0.10972 0.04661 -0.10717 C 0.0457 -0.10648 0.04505 -0.10486 0.04414 -0.10416 C 0.03984 -0.10069 0.04076 -0.10347 0.03659 -0.09907 C 0.03464 -0.09676 0.03294 -0.09352 0.03086 -0.09166 C 0.02969 -0.09074 0.02852 -0.08981 0.02747 -0.08866 C 0.01719 -0.07685 0.02253 -0.08032 0.01784 -0.07754 C 0.01641 -0.07523 0.01471 -0.07338 0.01328 -0.07083 C 0.01276 -0.07014 0.01263 -0.06852 0.01211 -0.06782 C 0.01068 -0.0662 0.00911 -0.06528 0.00742 -0.06412 C 0.00286 -0.06134 0.00234 -0.06342 -0.00169 -0.05833 C -0.00286 -0.05694 -0.00352 -0.0544 -0.00456 -0.05301 C -0.00534 -0.05231 -0.00625 -0.05208 -0.00716 -0.05162 C -0.0082 -0.05092 -0.00937 -0.05023 -0.01042 -0.0493 C -0.01172 -0.04768 -0.01315 -0.04629 -0.01419 -0.04421 C -0.01471 -0.04329 -0.01497 -0.0419 -0.01497 -0.04051 C -0.0151 -0.03796 -0.01497 -0.03102 -0.0138 -0.02801 C -0.01354 -0.02731 -0.01289 -0.02708 -0.0125 -0.02639 C -0.01198 -0.02569 -0.01133 -0.025 -0.01081 -0.0243 C -0.01003 -0.02291 -0.00964 -0.02106 -0.00872 -0.01967 C -0.00755 -0.01805 -0.0056 -0.01759 -0.00456 -0.01528 C -0.00391 -0.01389 -0.00326 -0.01227 -0.00247 -0.01088 C -0.00208 -0.00995 -0.00143 -0.00949 -0.00091 -0.00856 C -0.00039 -0.0081 5.55112E-17 -0.00787 0.00039 -0.00717 C 0.0069 0.00556 -0.00013 -0.00579 0.00625 0.00394 C 0.00651 0.00486 0.00664 0.00602 0.00703 0.00695 C 0.00781 0.0088 0.00911 0.01366 0.00951 0.01505 Z " pathEditMode="relative" rAng="0" ptsTypes="AAAAAAAAAAAAAAAAAAAAAAAAAAAAAAAAAAAAAAAAAAAAAAAAAAAAAAAAAAAAAAAAAA">
                                      <p:cBhvr>
                                        <p:cTn id="8" dur="2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565" y="-5347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651 0.03519 L 0.00651 0.03542 C 0.0095 0.0375 0.01328 0.03773 0.01562 0.0419 C 0.01653 0.04329 0.01719 0.04491 0.0181 0.0463 C 0.01927 0.04792 0.0207 0.04908 0.02187 0.0507 C 0.02265 0.05162 0.02331 0.05278 0.02396 0.05371 C 0.02461 0.05463 0.02539 0.05486 0.02604 0.05602 C 0.02956 0.06134 0.0306 0.06551 0.03476 0.06991 C 0.03555 0.07083 0.0362 0.07153 0.03685 0.07222 C 0.03737 0.07269 0.03776 0.07338 0.03815 0.07361 C 0.0388 0.07431 0.03958 0.07454 0.04023 0.07523 C 0.04375 0.07824 0.0414 0.07801 0.04687 0.08033 C 0.04831 0.08102 0.04974 0.08079 0.05104 0.08102 C 0.05234 0.08148 0.05364 0.08195 0.05482 0.08264 C 0.05625 0.08333 0.05755 0.08519 0.05898 0.08565 C 0.06224 0.08634 0.06562 0.08611 0.06901 0.08634 C 0.07031 0.08681 0.07148 0.08773 0.07278 0.08773 C 0.11198 0.09121 0.09127 0.08681 0.10521 0.09005 C 0.11081 0.09283 0.11002 0.09283 0.11901 0.09306 L 0.15026 0.09213 C 0.1556 0.09144 0.15846 0.09097 0.16315 0.09005 C 0.16536 0.08958 0.16771 0.08912 0.16992 0.08843 C 0.17122 0.0882 0.17265 0.0875 0.17409 0.08704 C 0.17526 0.08658 0.17656 0.08658 0.17773 0.08634 C 0.17851 0.08611 0.18489 0.0838 0.18568 0.08333 C 0.18724 0.08241 0.18867 0.08102 0.19023 0.08033 C 0.19661 0.07732 0.20312 0.07546 0.2095 0.07222 C 0.21341 0.07014 0.21693 0.06644 0.2207 0.06412 C 0.22226 0.0632 0.22383 0.06273 0.22526 0.06181 C 0.22643 0.06111 0.22747 0.06042 0.22864 0.05972 C 0.23424 0.04769 0.22747 0.06088 0.23281 0.05301 C 0.23919 0.04306 0.23385 0.04931 0.23945 0.04259 C 0.24245 0.03912 0.24062 0.04167 0.24284 0.03889 C 0.24336 0.0382 0.24401 0.0375 0.24453 0.03658 C 0.24492 0.03588 0.24531 0.03472 0.2457 0.0338 C 0.247 0.03009 0.24818 0.02639 0.24948 0.02269 C 0.24987 0.0213 0.25013 0.01991 0.25078 0.01898 L 0.25195 0.01667 C 0.25221 0.01528 0.25234 0.01366 0.25286 0.01227 C 0.25325 0.01088 0.25443 0.01019 0.25443 0.00857 C 0.25482 -1.48148E-6 0.25443 -0.00879 0.25403 -0.01736 C 0.25403 -0.01967 0.25377 -0.02199 0.25325 -0.02407 C 0.25169 -0.02963 0.24948 -0.03449 0.24661 -0.03819 C 0.24049 -0.0456 0.24805 -0.03032 0.23737 -0.0493 C 0.23698 -0.05 0.23659 -0.05069 0.2362 -0.05139 C 0.23515 -0.0537 0.23437 -0.05625 0.2332 -0.0581 C 0.23216 -0.06018 0.23086 -0.06204 0.22943 -0.06342 C 0.2289 -0.06389 0.22812 -0.06389 0.22734 -0.06412 C 0.22487 -0.06736 0.22305 -0.07037 0.22031 -0.07222 C 0.21849 -0.07338 0.21719 -0.07361 0.21536 -0.07454 C 0.20872 -0.07685 0.2138 -0.07546 0.20443 -0.07731 C 0.20338 -0.07778 0.20221 -0.07847 0.20117 -0.07893 C 0.20026 -0.07917 0.19948 -0.07917 0.19857 -0.07963 C 0.19206 -0.08264 0.20182 -0.07986 0.19114 -0.08264 C 0.18489 -0.08426 0.17422 -0.08449 0.17031 -0.08472 C 0.16914 -0.08518 0.1681 -0.08565 0.16693 -0.08634 C 0.1664 -0.08657 0.16588 -0.0875 0.16523 -0.08773 C 0.16458 -0.08819 0.16393 -0.08819 0.16315 -0.08842 C 0.15898 -0.09074 0.16224 -0.09167 0.15482 -0.09213 L 0.13776 -0.09375 C 0.13581 -0.09421 0.13385 -0.09444 0.1319 -0.09514 C 0.13099 -0.0956 0.13008 -0.09629 0.12903 -0.09676 C 0.12773 -0.09699 0.12656 -0.09699 0.12526 -0.09745 C 0.12396 -0.09768 0.12278 -0.09861 0.12148 -0.09884 C 0.11653 -0.09977 0.11146 -0.09977 0.10651 -0.10023 C 0.10026 -0.1 0.09401 -0.10023 0.08776 -0.09954 C 0.08724 -0.09954 0.08698 -0.09838 0.08646 -0.09815 C 0.08581 -0.09768 0.08515 -0.09768 0.08437 -0.09745 C 0.08346 -0.09699 0.08242 -0.09653 0.08151 -0.09583 C 0.08086 -0.0956 0.08047 -0.09467 0.07982 -0.09444 C 0.07916 -0.09398 0.07838 -0.09398 0.07773 -0.09375 C 0.07604 -0.09305 0.07435 -0.09282 0.07278 -0.09213 C 0.0694 -0.09097 0.07096 -0.09028 0.06732 -0.08935 C 0.06575 -0.08889 0.06432 -0.08866 0.06276 -0.08842 C 0.06172 -0.08796 0.06081 -0.0875 0.05976 -0.08704 C 0.0582 -0.08634 0.05651 -0.08634 0.05482 -0.08565 C 0.05403 -0.08518 0.05351 -0.08379 0.05273 -0.08333 C 0.05156 -0.08264 0.05026 -0.08241 0.04896 -0.08194 C 0.04401 -0.07963 0.04739 -0.08079 0.0431 -0.07963 C 0.04219 -0.0787 0.04127 -0.07754 0.04023 -0.07662 C 0.03945 -0.07592 0.03854 -0.07569 0.03776 -0.07523 C 0.03672 -0.07454 0.03581 -0.07384 0.03476 -0.07292 C 0.02474 -0.06458 0.03515 -0.07338 0.02812 -0.0662 C 0.02552 -0.06366 0.02344 -0.06204 0.0207 -0.06042 C 0.01966 -0.05972 0.01875 -0.05926 0.01771 -0.05879 C 0.00729 -0.04028 0.02344 -0.06829 0.01068 -0.0493 C 0.01015 -0.04861 0.01015 -0.04722 0.00976 -0.04629 C 0.00885 -0.04329 0.00794 -0.04028 0.0069 -0.0375 C 0.00625 -0.03565 0.00534 -0.03403 0.00482 -0.03217 C -0.00078 -0.01134 0.00612 -0.03079 0.00026 -0.01528 C -0.00013 -0.01273 -0.00052 -0.01018 -0.00104 -0.00787 C -0.0013 -0.00671 -0.00169 -0.00579 -0.00182 -0.00486 C -0.00222 -0.00231 -0.00209 0.00023 -0.00222 0.00255 C -0.00195 0.00949 -0.00195 0.01644 -0.00143 0.02338 C -0.00143 0.02431 -0.00078 0.02477 -0.00065 0.02546 C -0.00039 0.02616 -0.00052 0.02732 -0.00013 0.02778 C 0.00026 0.02847 0.00091 0.02871 0.00143 0.02917 C 0.00195 0.03056 0.00234 0.03171 0.00273 0.03287 C 0.00299 0.03403 0.00312 0.03519 0.00351 0.03588 C 0.00377 0.03634 0.00599 0.03519 0.00651 0.03519 Z " pathEditMode="relative" rAng="0" ptsTypes="AAAAAAAAAAAAAAAAAAAAAAAAAAAAAAAAAAAAAAAAAAAAAAAAAAAAAAAAAAAAAAAAAAAAAAAAAAAAAAAAAAAAAAAAAAAAAAAAAAAA">
                                      <p:cBhvr>
                                        <p:cTn id="10" dur="2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966" y="-3889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3 0.00162 L 0.003 0.00185 C 0.0043 0.00208 0.01771 0.00648 0.0194 0.00718 C 0.0349 0.01551 0.02045 0.01111 0.03269 0.01412 C 0.03568 0.01644 0.03802 0.01829 0.04128 0.01968 C 0.04245 0.02037 0.04388 0.0206 0.04519 0.02106 C 0.04961 0.02639 0.04636 0.02338 0.05456 0.02662 C 0.06797 0.03241 0.05248 0.02685 0.07019 0.03079 C 0.07331 0.03148 0.07644 0.03264 0.07956 0.03356 C 0.08216 0.03449 0.08464 0.03634 0.08737 0.03634 C 0.10391 0.03773 0.12058 0.03727 0.13724 0.03773 C 0.13985 0.03958 0.14232 0.04236 0.14506 0.04329 C 0.15795 0.04815 0.16849 0.0456 0.18177 0.04468 C 0.18438 0.04329 0.18711 0.04236 0.18959 0.04051 C 0.19154 0.03912 0.19323 0.03681 0.19506 0.03495 C 0.19688 0.03356 0.1987 0.03218 0.20052 0.03079 C 0.20521 0.01991 0.20039 0.02963 0.2099 0.01829 C 0.21081 0.01736 0.21133 0.01528 0.21224 0.01412 C 0.21341 0.01296 0.21498 0.01273 0.21615 0.01134 C 0.2181 0.00949 0.21966 0.00648 0.22162 0.0044 C 0.22331 0.00278 0.22539 0.00185 0.22709 0.00023 C 0.22904 -0.00139 0.23073 -0.00347 0.23256 -0.00532 C 0.23386 -0.00625 0.23529 -0.00694 0.23646 -0.0081 C 0.23789 -0.00926 0.23907 -0.01088 0.24037 -0.01227 C 0.24219 -0.01366 0.24414 -0.01481 0.24584 -0.01644 C 0.25248 -0.02222 0.25873 -0.03125 0.26459 -0.03866 C 0.26641 -0.04074 0.2681 -0.04352 0.27006 -0.0456 L 0.27396 -0.04977 C 0.28112 -0.06667 0.27006 -0.04213 0.28099 -0.05926 C 0.28334 -0.06296 0.28607 -0.07986 0.28646 -0.08148 C 0.28776 -0.09769 0.28841 -0.09838 0.28412 -0.12037 C 0.28347 -0.12361 0.28177 -0.12569 0.28021 -0.12731 C 0.27735 -0.13056 0.27084 -0.13426 0.27084 -0.13403 C 0.26602 -0.14583 0.27175 -0.13472 0.26302 -0.1412 C 0.24935 -0.15139 0.26771 -0.14375 0.25521 -0.14815 C 0.25417 -0.14907 0.25313 -0.15 0.25209 -0.15093 C 0.25026 -0.15278 0.24857 -0.15532 0.24662 -0.15648 C 0.2431 -0.15856 0.23933 -0.15926 0.23568 -0.16065 C 0.2181 -0.17639 0.24336 -0.15486 0.22006 -0.17037 C 0.21888 -0.1713 0.21823 -0.17384 0.21693 -0.17454 C 0.20443 -0.18333 0.20977 -0.17801 0.20131 -0.18148 C 0.19948 -0.18241 0.19766 -0.18333 0.19584 -0.18426 C 0.16862 -0.19954 0.18216 -0.19606 0.15912 -0.19815 C 0.15651 -0.19907 0.15404 -0.20046 0.15131 -0.20093 C 0.12006 -0.20764 0.09545 -0.20301 0.06081 -0.20231 C 0.05795 -0.20093 0.05495 -0.2 0.05222 -0.19815 C 0.05131 -0.19769 0.05065 -0.19606 0.04987 -0.19537 C 0.04779 -0.19421 0.04571 -0.19375 0.04362 -0.19259 C 0.0418 -0.1919 0.03998 -0.19097 0.03815 -0.18981 C 0.03581 -0.18866 0.03347 -0.18634 0.03112 -0.18565 C 0.02487 -0.18403 0.01862 -0.1838 0.01237 -0.18287 C 0.01003 -0.18194 0.00769 -0.18102 0.00534 -0.18009 C 0.00326 -0.17963 0.00104 -0.17986 -0.00091 -0.1787 C -0.0138 -0.17153 -0.00846 -0.17407 -0.01497 -0.1662 C -0.01627 -0.16481 -0.01784 -0.16389 -0.01888 -0.16204 C -0.02122 -0.15833 -0.02317 -0.15394 -0.02513 -0.14954 C -0.02708 -0.1456 -0.02838 -0.14051 -0.0306 -0.13704 L -0.03528 -0.13009 C -0.03554 -0.12454 -0.03554 -0.11898 -0.03606 -0.11343 C -0.03632 -0.11019 -0.03763 -0.10718 -0.03763 -0.1037 C -0.03789 -0.09167 -0.03737 -0.07963 -0.03685 -0.06759 C -0.03659 -0.05972 -0.03632 -0.06227 -0.0345 -0.05648 C -0.03398 -0.05486 -0.03242 -0.04861 -0.03138 -0.04699 C -0.03021 -0.04514 -0.02877 -0.04421 -0.02747 -0.04282 C -0.02617 -0.04097 -0.02487 -0.03912 -0.02356 -0.03727 C -0.0233 -0.03588 -0.02343 -0.03403 -0.02278 -0.0331 C -0.022 -0.03148 -0.0207 -0.03125 -0.01966 -0.03032 C -0.01888 -0.0294 -0.0181 -0.02847 -0.01731 -0.02755 C -0.01627 -0.02616 -0.01523 -0.02454 -0.01419 -0.02338 C -0.01341 -0.02222 -0.0125 -0.02176 -0.01185 -0.0206 C -0.00976 -0.01667 -0.00924 -0.01273 -0.00638 -0.01088 C -0.00521 -0.00995 -0.00377 -0.00995 -0.00247 -0.00949 C 0.00443 0.00718 -0.00468 -0.01227 0.003 -0.00255 C 0.00404 -0.00116 0.00417 0.00208 0.00534 0.00301 C 0.00716 0.00463 0.01159 0.0044 0.01159 0.00463 L 0.003 0.00162 Z " pathEditMode="relative" rAng="0" ptsTypes="AAAAAAAAAAAAAAAAAAAAAAAAAAAAAAAAAAAAAAAAAAAAAAAAAAAAAAAAAAAAAAAAAAAAAAAAAAAA">
                                      <p:cBhvr>
                                        <p:cTn id="12" dur="2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174" y="-8102"/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377 0.06297 L 0.00377 0.0632 C 0.00677 0.06875 0.00963 0.07477 0.01276 0.08033 C 0.01367 0.08195 0.01497 0.08264 0.01575 0.08426 C 0.01666 0.08611 0.01692 0.08936 0.01796 0.09098 C 0.01992 0.09375 0.02265 0.09491 0.02474 0.09769 C 0.02695 0.10047 0.02916 0.10556 0.03072 0.10949 C 0.03125 0.11088 0.03151 0.11274 0.03229 0.11366 C 0.03385 0.11505 0.0358 0.11528 0.0375 0.11621 C 0.0388 0.1176 0.0401 0.11875 0.04127 0.12014 C 0.04257 0.12199 0.04349 0.12454 0.04505 0.12547 C 0.0483 0.12778 0.05221 0.12732 0.05546 0.12963 C 0.05794 0.13125 0.06041 0.13403 0.06302 0.13496 C 0.06419 0.13542 0.06549 0.13588 0.06679 0.13635 C 0.06979 0.13727 0.07278 0.13797 0.07578 0.13889 C 0.09557 0.14584 0.08359 0.14306 0.09674 0.14561 C 0.0983 0.14746 0.09947 0.15024 0.1013 0.15093 C 0.10247 0.15139 0.10377 0.15186 0.10494 0.15232 C 0.10794 0.15324 0.11106 0.15394 0.11406 0.15486 C 0.11627 0.15556 0.11849 0.15672 0.1207 0.15764 C 0.12252 0.15811 0.12421 0.15834 0.12604 0.1588 C 0.13072 0.16065 0.13268 0.16204 0.13724 0.16412 C 0.14127 0.16598 0.14531 0.16783 0.14921 0.16968 C 0.1638 0.16922 0.17825 0.16945 0.1927 0.16829 C 0.19505 0.16806 0.19726 0.16621 0.19947 0.16551 C 0.20156 0.16505 0.20351 0.16482 0.20546 0.16412 C 0.21197 0.16227 0.21106 0.1625 0.21601 0.1588 C 0.22981 0.15973 0.24349 0.16204 0.25729 0.16158 C 0.28229 0.16088 0.25807 0.15926 0.2677 0.15486 C 0.26992 0.15394 0.27226 0.15394 0.27447 0.15348 C 0.28763 0.13959 0.27669 0.14885 0.28724 0.14422 C 0.28854 0.14375 0.28984 0.1426 0.29101 0.14167 C 0.29322 0.13982 0.29544 0.13727 0.29778 0.13635 C 0.30026 0.13519 0.30273 0.13542 0.30533 0.13496 C 0.30755 0.13403 0.30976 0.13334 0.31197 0.13218 C 0.31328 0.13149 0.31445 0.13033 0.31575 0.12963 C 0.32773 0.12315 0.30833 0.13565 0.32552 0.12547 C 0.32656 0.125 0.32747 0.12361 0.32851 0.12292 C 0.32981 0.12199 0.33099 0.12107 0.33229 0.12014 C 0.34244 0.11389 0.34023 0.11505 0.34648 0.11227 C 0.34778 0.11042 0.34882 0.10811 0.35026 0.10695 C 0.35143 0.10602 0.35299 0.10695 0.35403 0.10556 C 0.35625 0.10232 0.35742 0.09746 0.35924 0.09352 C 0.36393 0.08426 0.36341 0.08542 0.36822 0.08033 C 0.37408 0.06297 0.36692 0.08149 0.37356 0.07084 C 0.37799 0.06366 0.38632 0.04838 0.38632 0.04861 C 0.38658 0.04653 0.38671 0.04468 0.38697 0.04306 C 0.38789 0.03843 0.38984 0.03449 0.38997 0.02963 C 0.39062 0.01598 0.39023 0.00209 0.38932 -0.0118 C 0.38893 -0.01643 0.38697 -0.02037 0.38632 -0.025 C 0.38606 -0.02685 0.38606 -0.0287 0.38554 -0.03032 C 0.3845 -0.03379 0.3832 -0.0368 0.38177 -0.03958 C 0.38046 -0.04213 0.37643 -0.04606 0.375 -0.04768 C 0.37291 -0.05 0.37226 -0.05139 0.36979 -0.05301 C 0.35885 -0.06018 0.3694 -0.05231 0.3608 -0.05694 C 0.35299 -0.06111 0.36119 -0.05787 0.35325 -0.06365 C 0.35156 -0.06481 0.34974 -0.06551 0.34804 -0.06643 C 0.33984 -0.07615 0.35247 -0.0618 0.34283 -0.07037 C 0.34114 -0.07176 0.33984 -0.07407 0.33828 -0.07569 C 0.33515 -0.0787 0.33359 -0.0787 0.33007 -0.07963 C 0.32578 -0.08472 0.32955 -0.08078 0.32252 -0.08495 C 0.31263 -0.09074 0.31992 -0.0868 0.31354 -0.09166 C 0.31054 -0.09398 0.30455 -0.09838 0.30455 -0.09814 C 0.30273 -0.09699 0.30104 -0.09328 0.29921 -0.09444 C 0.29622 -0.09583 0.29401 -0.10092 0.29179 -0.10509 C 0.2901 -0.1081 0.28789 -0.11226 0.2858 -0.11435 C 0.28489 -0.11527 0.28372 -0.11527 0.28281 -0.11574 C 0.28138 -0.11736 0.27903 -0.12037 0.27747 -0.12106 C 0.27552 -0.12176 0.27356 -0.12176 0.27148 -0.12222 C 0.26679 -0.12384 0.25729 -0.12754 0.25729 -0.12731 L 0.20781 -0.12639 C 0.19817 -0.12569 0.1888 -0.12291 0.17929 -0.12222 L 0.11028 -0.11967 L 0.10195 -0.11689 C 0.10078 -0.11666 0.09947 -0.11643 0.0983 -0.11574 C 0.09622 -0.11435 0.09427 -0.11203 0.09231 -0.11041 C 0.08099 -0.10092 0.09296 -0.11111 0.08177 -0.1037 C 0.07942 -0.10208 0.07734 -0.09976 0.075 -0.09838 C 0.06367 -0.09166 0.06914 -0.09676 0.05924 -0.09166 C 0.05221 -0.08796 0.05351 -0.08726 0.04648 -0.08101 C 0.04427 -0.07916 0.04179 -0.07801 0.03971 -0.07569 C 0.03528 -0.07083 0.03125 -0.06504 0.02695 -0.05972 C 0.02552 -0.05787 0.02395 -0.05625 0.02252 -0.05439 C 0.02122 -0.05254 0.02005 -0.05046 0.01875 -0.04907 C 0.01731 -0.04745 0.01575 -0.04629 0.01419 -0.04514 C 0.01354 -0.04236 0.01276 -0.03958 0.01197 -0.03703 C 0.01132 -0.03472 0.01054 -0.03264 0.00976 -0.03032 C 0.00924 -0.02893 0.00859 -0.02777 0.0082 -0.02639 C 0.00716 -0.02245 0.00625 -0.01828 0.0052 -0.01435 C 0.00455 -0.00717 0.00377 -0.00023 0.00299 0.00695 C 0.00247 0.01135 0.00156 0.02037 0.00156 0.02061 L 0.00377 0.06297 Z " pathEditMode="relative" rAng="0" ptsTypes="AAAAAAAAAAAAAAAAAAAAAAAAAAAAAAAAAAAAAAAAAAAAAAAAAAAAAAAAAAAAAAAAAAAAAAAAAAAAAAAAAAAAAAAAAAAA">
                                      <p:cBhvr>
                                        <p:cTn id="14" dur="2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206" y="-4190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326 0.01574 L 0.00326 0.01597 C 0.02891 0.05301 0.00677 0.02315 0.02357 0.04213 C 0.04701 0.06829 0.01484 0.03565 0.04076 0.0588 C 0.0418 0.05972 0.04284 0.06111 0.04388 0.06157 C 0.04701 0.0625 0.05013 0.0625 0.05326 0.06296 C 0.05925 0.06481 0.06537 0.06574 0.07122 0.06852 C 0.0763 0.0706 0.07331 0.06921 0.07982 0.07268 C 0.08776 0.08125 0.08372 0.07824 0.09154 0.08241 C 0.0987 0.08981 0.09232 0.08403 0.10247 0.08935 C 0.10391 0.08981 0.10508 0.09143 0.10638 0.09213 C 0.11133 0.09375 0.11654 0.09329 0.12122 0.0963 C 0.12435 0.09815 0.12734 0.10069 0.1306 0.10185 C 0.13893 0.10417 0.13372 0.10278 0.14622 0.10602 C 0.21797 0.10278 0.13177 0.10602 0.25716 0.10602 C 0.26784 0.10602 0.27852 0.10509 0.28919 0.10463 C 0.29102 0.10417 0.29297 0.10393 0.29466 0.10324 C 0.29609 0.10255 0.29727 0.10116 0.29857 0.10046 C 0.30091 0.09884 0.30339 0.09792 0.3056 0.0963 C 0.30781 0.09468 0.30977 0.09213 0.31185 0.09074 C 0.31589 0.08773 0.31862 0.0875 0.32279 0.08657 C 0.33789 0.07454 0.32409 0.08356 0.35247 0.07963 C 0.35469 0.07917 0.35664 0.07731 0.35872 0.07685 C 0.36289 0.07546 0.36706 0.075 0.37122 0.07407 C 0.37383 0.07083 0.37617 0.06667 0.37904 0.06435 C 0.38073 0.06296 0.38294 0.06458 0.38451 0.06296 C 0.38633 0.06111 0.38672 0.05648 0.38841 0.05463 C 0.403 0.03796 0.38737 0.06782 0.40482 0.04074 C 0.42747 0.00532 0.39909 0.04792 0.41576 0.02685 C 0.43242 0.00555 0.41289 0.02616 0.42747 0.01157 C 0.43216 -0.00255 0.42669 0.01111 0.43685 -0.00232 C 0.4418 -0.0088 0.4444 -0.01736 0.44779 -0.02593 C 0.44805 -0.03102 0.44805 -0.03634 0.44857 -0.0412 C 0.44883 -0.04421 0.45013 -0.04676 0.45013 -0.04954 C 0.45039 -0.0625 0.44987 -0.07546 0.44935 -0.08843 C 0.44909 -0.09676 0.44896 -0.09491 0.44544 -0.09954 C 0.44518 -0.10139 0.44544 -0.1037 0.44466 -0.10509 C 0.44388 -0.10648 0.44245 -0.10556 0.44154 -0.10648 C 0.44011 -0.10787 0.4388 -0.10995 0.43763 -0.11204 C 0.43698 -0.1132 0.43672 -0.11505 0.43607 -0.1162 C 0.43177 -0.12407 0.43138 -0.12245 0.42669 -0.1287 C 0.42513 -0.13102 0.42344 -0.1331 0.42201 -0.13565 C 0.42136 -0.13681 0.42122 -0.13889 0.42044 -0.13982 C 0.41927 -0.1412 0.41784 -0.14167 0.41654 -0.14259 C 0.41198 -0.14931 0.40755 -0.15625 0.40247 -0.16204 C 0.40078 -0.16412 0.3987 -0.16551 0.39701 -0.16759 C 0.39531 -0.16968 0.39375 -0.17199 0.39232 -0.17454 C 0.39089 -0.17708 0.39024 -0.18102 0.38841 -0.18287 C 0.38581 -0.18542 0.38268 -0.18542 0.37982 -0.18704 C 0.37721 -0.18866 0.37461 -0.19097 0.37201 -0.19259 C 0.37096 -0.19329 0.36992 -0.19352 0.36888 -0.19398 C 0.35638 -0.20093 0.36354 -0.19861 0.35404 -0.20093 C 0.34987 -0.2037 0.34583 -0.20671 0.34154 -0.20926 C 0.34037 -0.20995 0.33893 -0.20972 0.33763 -0.21065 C 0.33438 -0.21296 0.33151 -0.21667 0.32826 -0.21898 C 0.32682 -0.21991 0.32513 -0.21968 0.32357 -0.22037 C 0.32044 -0.22199 0.31745 -0.22454 0.31419 -0.22593 C 0.31042 -0.22778 0.30638 -0.22847 0.30247 -0.23009 C 0.30117 -0.23079 0.3 -0.23241 0.29857 -0.23287 C 0.29557 -0.23426 0.29232 -0.23449 0.28919 -0.23565 C 0.28737 -0.23634 0.28568 -0.2382 0.28372 -0.23843 C 0.25925 -0.24051 0.21029 -0.24259 0.21029 -0.24236 C 0.19531 -0.24537 0.19466 -0.24676 0.17982 -0.24398 C 0.17747 -0.24352 0.17513 -0.2419 0.17279 -0.2412 C 0.17096 -0.24051 0.16914 -0.24028 0.16732 -0.23982 C 0.16159 -0.23796 0.15599 -0.23472 0.15013 -0.23426 L 0.11419 -0.23148 C 0.11185 -0.23056 0.10964 -0.2294 0.10716 -0.2287 C 0.10417 -0.22801 0.10091 -0.22847 0.09779 -0.22732 C 0.08659 -0.22315 0.08893 -0.21991 0.07747 -0.21204 C 0.07448 -0.20995 0.07122 -0.20972 0.0681 -0.20787 C 0.06419 -0.20556 0.06042 -0.20208 0.05638 -0.19954 C 0.05469 -0.19838 0.05274 -0.19815 0.05091 -0.19676 C 0.04727 -0.19398 0.04375 -0.19028 0.03997 -0.18704 C 0.0362 -0.1838 0.03203 -0.18125 0.02826 -0.17732 C 0.02435 -0.17315 0.02057 -0.16852 0.01654 -0.16482 C 0.01068 -0.15926 0.00482 -0.15417 -0.00143 -0.14954 C -0.01992 -0.13588 -0.00547 -0.15046 -0.01549 -0.13982 C -0.01901 -0.12685 -0.01458 -0.14352 -0.0194 -0.12176 C -0.02135 -0.11273 -0.02474 -0.10093 -0.02708 -0.09259 C -0.02695 -0.0838 -0.02734 -0.075 -0.02643 -0.0662 C -0.02604 -0.06343 -0.02383 -0.06204 -0.02331 -0.05926 C -0.02253 -0.05625 -0.02292 -0.05278 -0.02253 -0.04954 C -0.02122 -0.04097 -0.02057 -0.04282 -0.01706 -0.03565 C -0.01211 -0.02616 -0.01588 -0.03125 -0.01159 -0.02593 C -0.01081 -0.02361 -0.00989 -0.02153 -0.00924 -0.01898 C -0.00859 -0.0169 -0.00846 -0.01412 -0.00768 -0.01204 C -0.00703 -0.01065 -0.00599 -0.01042 -0.00534 -0.00926 C -0.00417 -0.00764 -0.00299 -0.00602 -0.00221 -0.0037 C -0.00052 0.00069 0.00078 0.01065 0.00404 0.01435 C 0.00456 0.01481 0.00339 0.01551 0.00326 0.01574 Z " pathEditMode="relative" rAng="0" ptsTypes="AAAAAAAAAAAAAAAAAAAAAAAAAAAAAAAAAAAAAAAAAAAAAAAAAAAAAAAAAAAAAAAAAAAAAAAAAAAAAAAAAAAAAAAAAAA">
                                      <p:cBhvr>
                                        <p:cTn id="16" dur="2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0820" y="-8565"/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1601 0.00996 L 0.01601 0.01019 C 0.0194 0.01135 0.02291 0.01204 0.02617 0.01412 C 0.03411 0.01875 0.02669 0.01667 0.03242 0.02385 C 0.03411 0.0257 0.03619 0.02639 0.03789 0.02801 C 0.04088 0.03056 0.04023 0.03172 0.04335 0.03496 C 0.04466 0.03611 0.04609 0.03635 0.04726 0.03773 C 0.0513 0.04144 0.05325 0.04537 0.05742 0.04746 C 0.05924 0.04815 0.06106 0.04838 0.06289 0.04885 C 0.06419 0.04977 0.06549 0.0507 0.06679 0.05162 C 0.06835 0.05255 0.07005 0.05301 0.07148 0.0544 C 0.07239 0.0551 0.07304 0.05648 0.07382 0.05718 C 0.08567 0.06505 0.06966 0.05116 0.08164 0.06135 C 0.08737 0.06598 0.0888 0.06852 0.09414 0.07107 C 0.0957 0.07176 0.09726 0.07199 0.09882 0.07246 C 0.10429 0.07338 0.10976 0.07431 0.11523 0.07523 C 0.12083 0.07801 0.12395 0.07986 0.13007 0.08079 C 0.13815 0.08172 0.14622 0.08172 0.15429 0.08218 C 0.16718 0.08727 0.15572 0.0831 0.17304 0.08773 C 0.17434 0.08797 0.17565 0.08866 0.17695 0.08912 L 0.18632 0.0919 C 0.18763 0.09283 0.18893 0.09375 0.19023 0.09468 C 0.2082 0.1051 0.21757 0.09676 0.24335 0.09607 C 0.24778 0.09514 0.25221 0.09375 0.25664 0.09329 C 0.28684 0.09005 0.31718 0.08912 0.34726 0.08496 C 0.35039 0.08449 0.35299 0.08056 0.35585 0.0794 C 0.36106 0.07709 0.3776 0.07477 0.38164 0.07385 C 0.44622 0.05787 0.34648 0.08033 0.40742 0.0669 C 0.41106 0.06366 0.41471 0.05996 0.41835 0.05718 C 0.42018 0.05579 0.42213 0.05533 0.42382 0.0544 C 0.42578 0.05301 0.42747 0.05162 0.42929 0.05023 C 0.43346 0.04283 0.43502 0.03935 0.43945 0.03357 C 0.44101 0.03148 0.44257 0.02986 0.44414 0.02801 C 0.44583 0.01945 0.44401 0.02616 0.45039 0.0169 C 0.45572 0.00926 0.45104 0.01204 0.45742 0.00996 C 0.45924 0.00486 0.46106 -0.00162 0.46367 -0.00532 C 0.46614 -0.00879 0.4694 -0.00995 0.47148 -0.01365 C 0.4733 -0.0169 0.475 -0.0206 0.47695 -0.02338 C 0.47786 -0.02477 0.47916 -0.025 0.48007 -0.02615 C 0.48164 -0.02824 0.48268 -0.03102 0.48398 -0.0331 C 0.4858 -0.03565 0.48776 -0.0375 0.48945 -0.04004 C 0.49088 -0.04236 0.49205 -0.0449 0.49335 -0.04699 C 0.49518 -0.04953 0.49726 -0.05115 0.49882 -0.05393 C 0.50872 -0.07152 0.49869 -0.05879 0.50507 -0.06643 C 0.50638 -0.07199 0.50781 -0.07754 0.50898 -0.0831 C 0.50963 -0.08541 0.51054 -0.09004 0.51054 -0.08981 C 0.51106 -0.09838 0.51197 -0.10671 0.5121 -0.11504 C 0.51224 -0.12199 0.51106 -0.13333 0.50976 -0.14004 C 0.5095 -0.14213 0.50859 -0.14375 0.5082 -0.1456 C 0.50729 -0.15023 0.50703 -0.15509 0.50585 -0.15949 C 0.50533 -0.1618 0.50429 -0.16319 0.50351 -0.16504 C 0.50247 -0.16828 0.50182 -0.17199 0.50039 -0.17477 C 0.49947 -0.17685 0.49778 -0.17754 0.49648 -0.17893 C 0.4927 -0.18333 0.49557 -0.18125 0.49023 -0.1831 C 0.48906 -0.18541 0.48671 -0.19027 0.48476 -0.19143 C 0.48359 -0.19236 0.48216 -0.19236 0.48085 -0.19282 C 0.47903 -0.19514 0.47734 -0.19768 0.47539 -0.19977 C 0.47447 -0.20092 0.4733 -0.20139 0.47226 -0.20254 C 0.46692 -0.20949 0.46849 -0.21041 0.4621 -0.21504 C 0.46093 -0.21597 0.4595 -0.21597 0.4582 -0.21643 C 0.4569 -0.21736 0.45572 -0.21852 0.45429 -0.21921 C 0.44974 -0.22176 0.44023 -0.22615 0.44023 -0.22592 C 0.43945 -0.22708 0.4388 -0.22824 0.43789 -0.22893 C 0.43203 -0.23426 0.42864 -0.23518 0.42148 -0.23865 C 0.42135 -0.24352 0.42174 -0.26921 0.41757 -0.27477 C 0.41458 -0.27893 0.41028 -0.27847 0.40664 -0.28032 L 0.40117 -0.2831 C 0.39934 -0.28402 0.39765 -0.28541 0.3957 -0.28588 L 0.3871 -0.28865 C 0.38528 -0.28935 0.38346 -0.28958 0.38164 -0.29004 C 0.37565 -0.29236 0.37578 -0.29305 0.36992 -0.2956 C 0.36875 -0.29629 0.36744 -0.29699 0.36601 -0.29699 C 0.35533 -0.29838 0.34466 -0.29884 0.33398 -0.29977 C 0.32929 -0.30069 0.3246 -0.30092 0.31992 -0.30254 C 0.31692 -0.3037 0.31432 -0.30671 0.31132 -0.3081 C 0.30963 -0.30902 0.30768 -0.30902 0.30585 -0.30949 L 0.22617 -0.30671 C 0.2207 -0.30648 0.21536 -0.30463 0.20976 -0.30393 C 0.19596 -0.30277 0.18216 -0.30208 0.16835 -0.30115 C 0.15286 -0.29815 0.16757 -0.30092 0.13945 -0.29699 L 0.1207 -0.29421 C 0.11862 -0.29328 0.11653 -0.29259 0.11445 -0.29143 C 0.11158 -0.28981 0.10885 -0.28727 0.10585 -0.28588 C 0.10364 -0.28495 0.10117 -0.28518 0.09882 -0.28449 C 0.09596 -0.28379 0.09309 -0.28264 0.09023 -0.28171 C 0.08515 -0.27569 0.0901 -0.28078 0.07929 -0.27615 C 0.07669 -0.27523 0.07408 -0.27361 0.07148 -0.27199 C 0.06809 -0.2699 0.06471 -0.26782 0.06132 -0.26504 C 0.05963 -0.26365 0.05846 -0.26088 0.05664 -0.25949 C 0.05234 -0.25671 0.04778 -0.25532 0.04335 -0.25254 C 0.03737 -0.24884 0.02643 -0.24259 0.01992 -0.23449 C 0.0125 -0.22546 0.01145 -0.22199 0.00429 -0.21504 C 0.00312 -0.21389 0.00169 -0.21319 0.00039 -0.21227 C -0.00196 -0.2081 -0.00404 -0.2037 -0.00665 -0.19977 C -0.00821 -0.19745 -0.01068 -0.19722 -0.01211 -0.19421 C -0.01433 -0.18958 -0.01511 -0.1831 -0.0168 -0.17754 C -0.01849 -0.17199 -0.02045 -0.16643 -0.02227 -0.16088 C -0.02396 -0.14583 -0.02175 -0.16296 -0.02618 -0.13865 C -0.02709 -0.13379 -0.02774 -0.12847 -0.02852 -0.12338 C -0.03034 -0.09282 -0.03138 -0.0919 -0.02774 -0.05671 C -0.02748 -0.05486 -0.02605 -0.05416 -0.0254 -0.05254 C -0.02461 -0.05092 -0.02461 -0.04861 -0.02383 -0.04699 C -0.02058 -0.04074 -0.01849 -0.03958 -0.01446 -0.03588 C -0.00665 -0.01759 -0.01641 -0.03865 -0.00977 -0.02893 C -0.00769 -0.02615 -0.00651 -0.02129 -0.0043 -0.01921 C -0.00326 -0.01828 -0.00209 -0.01782 -0.00118 -0.01643 C 0.00234 -0.01227 0.00338 -0.00902 0.00664 -0.00532 C 0.00976 -0.00208 0.01354 -0.00023 0.01601 0.0044 L 0.01601 0.00996 Z " pathEditMode="relative" rAng="0" ptsTypes="AAAAAAAAAAAAAAAAAAAAAAAAAAAAAAAAAAAAAAAAAAAAAAAAAAAAAAAAAAAAAAAAAAAAAAAAAAAAAAAAAAAAAAAAAAAAAAAAAAAAAAAAAAAAA">
                                      <p:cBhvr>
                                        <p:cTn id="18" dur="2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2487" y="-11481"/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964 0.04259 L 0.00964 0.04282 C 0.02565 0.07361 0.01237 0.04953 0.02214 0.06481 C 0.02891 0.07523 0.01966 0.06157 0.02682 0.07453 C 0.02773 0.07615 0.02891 0.07731 0.02995 0.0787 C 0.03073 0.08101 0.03138 0.08333 0.03229 0.08564 C 0.03346 0.08819 0.03516 0.08981 0.0362 0.09259 C 0.04362 0.11134 0.03125 0.08773 0.04089 0.10509 C 0.04258 0.11435 0.0401 0.10324 0.04479 0.11481 C 0.04531 0.11597 0.04492 0.11782 0.04557 0.11898 C 0.04635 0.12037 0.04766 0.1206 0.0487 0.12175 C 0.05 0.12291 0.0513 0.12453 0.0526 0.12592 C 0.05508 0.13171 0.05599 0.13495 0.06042 0.13842 C 0.06211 0.13958 0.06406 0.13935 0.06589 0.13981 C 0.06719 0.14166 0.06823 0.14398 0.06979 0.14537 C 0.07148 0.14675 0.07344 0.14699 0.07526 0.14814 C 0.07604 0.14837 0.07682 0.14907 0.0776 0.14953 C 0.07995 0.15046 0.08229 0.15115 0.08464 0.15231 C 0.09427 0.15648 0.08581 0.15393 0.09635 0.15648 C 0.09818 0.1574 0.1 0.15856 0.10182 0.15925 C 0.10495 0.16041 0.10807 0.16041 0.1112 0.16203 C 0.11211 0.16226 0.11263 0.16412 0.11354 0.16481 C 0.11628 0.16643 0.11927 0.16736 0.12214 0.16898 C 0.13073 0.17361 0.12057 0.17037 0.13229 0.17314 C 0.14505 0.18611 0.12891 0.17083 0.14635 0.18287 C 0.14831 0.18402 0.15 0.18657 0.15182 0.18842 C 0.15339 0.18981 0.15495 0.19097 0.15651 0.19259 C 0.15885 0.19467 0.16107 0.19745 0.16354 0.19953 C 0.17461 0.2081 0.16406 0.19722 0.17292 0.20509 C 0.17526 0.20717 0.17747 0.20995 0.17995 0.21203 C 0.1845 0.2155 0.19583 0.21736 0.1987 0.21898 C 0.20052 0.2199 0.20221 0.22129 0.20417 0.22175 C 0.2306 0.22731 0.28021 0.22546 0.29635 0.22592 C 0.29922 0.22685 0.30208 0.22731 0.30495 0.2287 C 0.30651 0.22916 0.30794 0.23078 0.30964 0.23148 C 0.31263 0.23217 0.31589 0.2324 0.31901 0.23263 C 0.33177 0.23194 0.34453 0.23171 0.35729 0.23009 C 0.35885 0.22986 0.36042 0.228 0.36198 0.22731 C 0.3668 0.22453 0.37057 0.22337 0.37526 0.22037 C 0.37708 0.21898 0.37878 0.21736 0.38073 0.2162 C 0.38242 0.21504 0.38437 0.21435 0.3862 0.21342 C 0.39388 0.20879 0.3862 0.2118 0.39401 0.20925 C 0.3974 0.20648 0.40039 0.20208 0.40417 0.20092 C 0.40651 0.2 0.40885 0.20254 0.4112 0.2037 C 0.41328 0.20439 0.41536 0.20532 0.41745 0.20648 C 0.42695 0.21157 0.41575 0.20717 0.42526 0.21064 C 0.43698 0.20972 0.4487 0.20925 0.46042 0.20787 C 0.4668 0.20694 0.46771 0.20393 0.4737 0.20092 C 0.47591 0.19953 0.47839 0.19907 0.48073 0.19814 C 0.48255 0.19722 0.48437 0.19629 0.4862 0.19537 C 0.4957 0.18518 0.48359 0.19722 0.49557 0.18842 C 0.49687 0.18726 0.49805 0.18518 0.49948 0.18425 C 0.50195 0.18194 0.50469 0.18055 0.50729 0.1787 C 0.51575 0.17222 0.5138 0.17384 0.51979 0.16759 C 0.52526 0.15462 0.51849 0.16805 0.52604 0.16064 C 0.52721 0.15925 0.52786 0.15625 0.52917 0.15509 C 0.53203 0.15208 0.53568 0.15162 0.53854 0.14814 C 0.54036 0.14583 0.54193 0.14305 0.54401 0.1412 C 0.54544 0.13981 0.54714 0.13935 0.5487 0.13842 C 0.55026 0.13703 0.55182 0.13564 0.55339 0.13425 C 0.55547 0.13194 0.55742 0.12916 0.55964 0.12731 C 0.56185 0.125 0.56445 0.12407 0.56667 0.12175 C 0.56888 0.11898 0.5707 0.11481 0.57292 0.11203 C 0.57513 0.10879 0.5776 0.10648 0.57995 0.1037 C 0.58203 0.10092 0.58398 0.09791 0.5862 0.09537 C 0.58841 0.09236 0.59089 0.08981 0.59323 0.08703 C 0.59687 0.08194 0.60039 0.07662 0.60417 0.07175 C 0.60586 0.06921 0.60807 0.06782 0.60964 0.06481 C 0.6112 0.06157 0.61263 0.0581 0.61432 0.05509 C 0.61549 0.05254 0.61706 0.05069 0.61823 0.04814 C 0.61914 0.0456 0.61979 0.04259 0.62057 0.03981 C 0.62187 0.03402 0.62383 0.02037 0.62448 0.0162 C 0.62396 -0.00463 0.62513 -0.02593 0.62292 -0.0463 C 0.62031 -0.06875 0.61628 -0.06922 0.61042 -0.08102 C 0.60456 -0.09283 0.6026 -0.1007 0.59557 -0.10741 C 0.59453 -0.10834 0.59349 -0.10834 0.59245 -0.1088 C 0.59089 -0.11204 0.58958 -0.11598 0.58776 -0.11852 C 0.58424 -0.12385 0.58281 -0.12385 0.57917 -0.12547 C 0.57656 -0.12871 0.57383 -0.13195 0.57135 -0.13519 C 0.5694 -0.13797 0.56784 -0.14121 0.56589 -0.14352 C 0.5651 -0.14445 0.56419 -0.14445 0.56354 -0.14491 C 0.56159 -0.14676 0.55977 -0.14862 0.55807 -0.15047 C 0.5569 -0.15186 0.55599 -0.15371 0.55495 -0.15463 C 0.55286 -0.15649 0.55065 -0.15718 0.5487 -0.1588 C 0.54609 -0.16135 0.54414 -0.16482 0.54167 -0.16713 C 0.53867 -0.17014 0.53529 -0.1713 0.53229 -0.17408 C 0.53021 -0.17616 0.52878 -0.1794 0.52682 -0.18102 C 0.52513 -0.18264 0.52305 -0.18264 0.52135 -0.1838 C 0.51562 -0.1875 0.51211 -0.19167 0.50651 -0.19352 C 0.50417 -0.19445 0.50182 -0.19445 0.49948 -0.19491 C 0.49635 -0.19769 0.49336 -0.20116 0.4901 -0.20325 C 0.48828 -0.2044 0.48633 -0.20371 0.48464 -0.20463 C 0.48255 -0.20602 0.48099 -0.20857 0.47917 -0.21019 C 0.47734 -0.21181 0.47539 -0.21297 0.4737 -0.21436 C 0.47174 -0.21621 0.47018 -0.21875 0.46823 -0.21991 C 0.46641 -0.22107 0.46458 -0.22084 0.46276 -0.2213 C 0.46198 -0.22223 0.4612 -0.22362 0.46042 -0.22408 C 0.45469 -0.22825 0.4513 -0.22755 0.44479 -0.22825 C 0.44167 -0.22917 0.43854 -0.23033 0.43542 -0.23102 C 0.43021 -0.23218 0.42487 -0.23264 0.41979 -0.2338 C 0.40299 -0.23843 0.42917 -0.23612 0.40573 -0.23797 C 0.31966 -0.24561 0.40495 -0.23681 0.34089 -0.24352 L 0.25417 -0.23797 L 0.22839 -0.23519 C 0.21549 -0.23635 0.20299 -0.2382 0.1901 -0.23519 C 0.18711 -0.23473 0.18437 -0.23125 0.18151 -0.22963 C 0.17812 -0.22801 0.17461 -0.22755 0.17135 -0.22547 C 0.14661 -0.21042 0.17643 -0.22269 0.14948 -0.21297 C 0.14714 -0.21112 0.14479 -0.2095 0.14245 -0.20741 C 0.13828 -0.20394 0.13424 -0.19954 0.12995 -0.1963 C 0.12695 -0.19422 0.1237 -0.19399 0.12057 -0.19213 C 0.11654 -0.19028 0.11263 -0.18797 0.10885 -0.18519 C 0.10664 -0.1838 0.10469 -0.18125 0.1026 -0.17963 C 0.10026 -0.17801 0.09792 -0.17709 0.09557 -0.17547 C 0.09141 -0.17292 0.08711 -0.17038 0.08307 -0.16713 C 0.07721 -0.16297 0.07161 -0.15788 0.06589 -0.15325 C 0.0625 -0.15093 0.05898 -0.14908 0.05573 -0.1463 C 0.01875 -0.11551 0.05352 -0.14445 0.03542 -0.12547 C 0.03112 -0.12107 0.02656 -0.11713 0.02214 -0.11297 C 0.01589 -0.09862 0.01133 -0.08936 0.00651 -0.07408 C 0.00482 -0.06875 0.00339 -0.06297 0.00182 -0.05741 C 0.00156 -0.05232 0.00143 -0.04723 0.00104 -0.04213 C 0.00065 -0.03889 -0.00052 -0.03588 -0.00052 -0.03241 C -0.00078 -0.01899 -0.00026 -0.00556 0.00026 0.00787 C 0.00026 0.00925 0.00078 0.01064 0.00104 0.01203 C 0.00156 0.01435 0.00195 0.01666 0.0026 0.01898 C 0.00299 0.02083 0.00365 0.02245 0.00417 0.02453 C 0.00469 0.02662 0.00508 0.02916 0.00573 0.03148 C 0.00768 0.03819 0.00781 0.03703 0.00964 0.04259 L 0.00964 0.04282 L 0.00964 0.04259 Z " pathEditMode="relative" rAng="0" ptsTypes="AAAAAAAAAAAAAAAAAAAAAAAAAAAAAAAAAAAAAAAAAAAAAAAAAAAAAAAAAAAAAAAAAAAAAAAAAAAAAAAAAAAAAAAAAAAAAAAAAAAAAAAAAAAAAAAAAAAAAAAAAAAAAAAAAAA">
                                      <p:cBhvr>
                                        <p:cTn id="20" dur="20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0221" y="-481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185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Tw Cen MT</vt:lpstr>
      <vt:lpstr>Tw Cen MT Condensed</vt:lpstr>
      <vt:lpstr>Wingdings 3</vt:lpstr>
      <vt:lpstr>Integral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Tayyaba Sohail</dc:creator>
  <cp:lastModifiedBy>Tayyaba Sohail</cp:lastModifiedBy>
  <cp:revision>1</cp:revision>
  <dcterms:created xsi:type="dcterms:W3CDTF">2025-10-30T03:30:46Z</dcterms:created>
  <dcterms:modified xsi:type="dcterms:W3CDTF">2025-11-03T23:14:09Z</dcterms:modified>
</cp:coreProperties>
</file>